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4" r:id="rId13"/>
    <p:sldId id="275" r:id="rId14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05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27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307.71</c:v>
                </c:pt>
                <c:pt idx="1">
                  <c:v>25.86</c:v>
                </c:pt>
                <c:pt idx="2">
                  <c:v>16.86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145.92</c:v>
                </c:pt>
                <c:pt idx="1">
                  <c:v>16.93</c:v>
                </c:pt>
                <c:pt idx="2">
                  <c:v>5.08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2.26</c:v>
                </c:pt>
                <c:pt idx="1">
                  <c:v>1.61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</c:v>
                </c:pt>
                <c:pt idx="13">
                  <c:v>56.1</c:v>
                </c:pt>
                <c:pt idx="14">
                  <c:v>65.5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</c:v>
                </c:pt>
                <c:pt idx="13">
                  <c:v>60.8</c:v>
                </c:pt>
                <c:pt idx="14">
                  <c:v>49.2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116.8</c:v>
                </c:pt>
                <c:pt idx="13">
                  <c:v>143.7</c:v>
                </c:pt>
                <c:pt idx="14">
                  <c:v>72.4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116.8</c:v>
                </c:pt>
                <c:pt idx="1">
                  <c:v>143.7</c:v>
                </c:pt>
                <c:pt idx="2">
                  <c:v>85.8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80</c:v>
                </c:pt>
                <c:pt idx="5">
                  <c:v>88</c:v>
                </c:pt>
                <c:pt idx="6">
                  <c:v>95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/ 113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225062590592"/>
                      <c:h val="0.228730822873082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56.1M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</a:t>
                    </a:r>
                    <a:r>
                      <a:rPr>
                        <a:solidFill>
                          <a:schemeClr val="tx1"/>
                        </a:solidFill>
                      </a:rPr>
                      <a:t>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07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9482145210173"/>
                      <c:h val="0.209669920966992"/>
                    </c:manualLayout>
                  </c15:layout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80</a:t>
                    </a:r>
                    <a:r>
                      <a:rPr>
                        <a:solidFill>
                          <a:schemeClr val="tx1"/>
                        </a:solidFill>
                      </a:rPr>
                      <a:t>.0M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291083566573"/>
                      <c:h val="0.23518164435946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"/>
                  <c:y val="0.0076481835564053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0.8M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/6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53.9</c:v>
                </c:pt>
                <c:pt idx="1">
                  <c:v>56.1</c:v>
                </c:pt>
                <c:pt idx="2">
                  <c:v>80</c:v>
                </c:pt>
                <c:pt idx="3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>
                <c:manualLayout>
                  <c:x val="0.00618828176431863"/>
                  <c:y val="0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5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2567478604345"/>
                      <c:h val="0.16381766381766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60.8M / 11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541145490454"/>
                      <c:h val="0.233618233618234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-0.006993006993006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80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6</a:t>
                    </a:r>
                    <a:r>
                      <a:rPr>
                        <a:solidFill>
                          <a:schemeClr val="tx1"/>
                        </a:solidFill>
                      </a:rPr>
                      <a:t>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95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80250164582"/>
                      <c:h val="0.336182336182336"/>
                    </c:manualLayout>
                  </c15:layout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3.1M</a:t>
                    </a:r>
                    <a:r>
                      <a:rPr lang="en-US" altLang="zh-CN"/>
                      <a:t>/10</a:t>
                    </a:r>
                    <a:r>
                      <a:rPr altLang="en-US"/>
                      <a:t>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47.9</c:v>
                </c:pt>
                <c:pt idx="1">
                  <c:v>60.8</c:v>
                </c:pt>
                <c:pt idx="2">
                  <c:v>80.6</c:v>
                </c:pt>
                <c:pt idx="3">
                  <c:v>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99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724485624745"/>
                      <c:h val="0.22697056030389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180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9465867284371"/>
                      <c:h val="0.336182336182336"/>
                    </c:manualLayout>
                  </c15:layout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85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</a:t>
                    </a:r>
                    <a:r>
                      <a:rPr>
                        <a:solidFill>
                          <a:schemeClr val="tx1"/>
                        </a:solidFill>
                      </a:rPr>
                      <a:t>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39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2546668483445"/>
                      <c:h val="0.336182336182336"/>
                    </c:manualLayout>
                  </c15:layout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4.1M</a:t>
                    </a:r>
                    <a:r>
                      <a:rPr lang="en-US" altLang="zh-CN"/>
                      <a:t>/11</a:t>
                    </a:r>
                    <a:r>
                      <a:rPr altLang="en-US"/>
                      <a:t>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116.8</c:v>
                </c:pt>
                <c:pt idx="1">
                  <c:v>143.7</c:v>
                </c:pt>
                <c:pt idx="2">
                  <c:v>85.9</c:v>
                </c:pt>
                <c:pt idx="3">
                  <c:v>4.1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0.0363401035444046"/>
                  <c:y val="-0.063405797101449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44.6</c:v>
                </c:pt>
                <c:pt idx="1">
                  <c:v>35</c:v>
                </c:pt>
                <c:pt idx="2">
                  <c:v>75.4</c:v>
                </c:pt>
                <c:pt idx="3">
                  <c:v>0.7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0.058272946859903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597371565113501"/>
                  <c:y val="0.05374396135265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81700517722023"/>
                  <c:y val="0.038949275362318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152706552706553"/>
                  <c:y val="0.0045620437956204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38.8</c:v>
                </c:pt>
                <c:pt idx="1">
                  <c:v>39.4</c:v>
                </c:pt>
                <c:pt idx="2">
                  <c:v>76</c:v>
                </c:pt>
                <c:pt idx="3">
                  <c:v>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0.016178813221824"/>
                  <c:y val="-0.03925120772946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222769812823576"/>
                  <c:y val="-0.04891304347826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170940170940171"/>
                  <c:y val="-0.054136253041362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86.2</c:v>
                </c:pt>
                <c:pt idx="1">
                  <c:v>124.1</c:v>
                </c:pt>
                <c:pt idx="2">
                  <c:v>82.63</c:v>
                </c:pt>
                <c:pt idx="3">
                  <c:v>4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6.804</c:v>
                </c:pt>
                <c:pt idx="1">
                  <c:v>10.355</c:v>
                </c:pt>
                <c:pt idx="2">
                  <c:v>11.974</c:v>
                </c:pt>
                <c:pt idx="3">
                  <c:v>0.66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4.958</c:v>
                </c:pt>
                <c:pt idx="1">
                  <c:v>12.123</c:v>
                </c:pt>
                <c:pt idx="2">
                  <c:v>7.09</c:v>
                </c:pt>
                <c:pt idx="3">
                  <c:v>0.66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6.762</c:v>
                </c:pt>
                <c:pt idx="1">
                  <c:v>10.518</c:v>
                </c:pt>
                <c:pt idx="2">
                  <c:v>5.652</c:v>
                </c:pt>
                <c:pt idx="3">
                  <c:v>0.08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1.023</c:v>
                </c:pt>
                <c:pt idx="1">
                  <c:v>0.39</c:v>
                </c:pt>
                <c:pt idx="2">
                  <c:v>0.819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1.023</c:v>
                </c:pt>
                <c:pt idx="1">
                  <c:v>0.39</c:v>
                </c:pt>
                <c:pt idx="2">
                  <c:v>0.234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1.345</c:v>
                </c:pt>
                <c:pt idx="1">
                  <c:v>0.39</c:v>
                </c:pt>
                <c:pt idx="2">
                  <c:v>0.468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14.252</c:v>
                </c:pt>
                <c:pt idx="1">
                  <c:v>7.363</c:v>
                </c:pt>
                <c:pt idx="2">
                  <c:v>14.82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17.528</c:v>
                </c:pt>
                <c:pt idx="1">
                  <c:v>8.377</c:v>
                </c:pt>
                <c:pt idx="2">
                  <c:v>12.09</c:v>
                </c:pt>
                <c:pt idx="3">
                  <c:v>1.56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18.26</c:v>
                </c:pt>
                <c:pt idx="1">
                  <c:v>93.94</c:v>
                </c:pt>
                <c:pt idx="2">
                  <c:v>56.906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6.176</c:v>
                </c:pt>
                <c:pt idx="1">
                  <c:v>2.445</c:v>
                </c:pt>
                <c:pt idx="2">
                  <c:v>6.436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2.588</c:v>
                </c:pt>
                <c:pt idx="1">
                  <c:v>5.799</c:v>
                </c:pt>
                <c:pt idx="2">
                  <c:v>5.787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41.794</c:v>
                </c:pt>
                <c:pt idx="1">
                  <c:v>5.672</c:v>
                </c:pt>
                <c:pt idx="2">
                  <c:v>1.018</c:v>
                </c:pt>
                <c:pt idx="3">
                  <c:v>0.82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18.804</c:v>
                </c:pt>
                <c:pt idx="1">
                  <c:v>22.192</c:v>
                </c:pt>
                <c:pt idx="2">
                  <c:v>32.582</c:v>
                </c:pt>
                <c:pt idx="3">
                  <c:v>0.11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15.538</c:v>
                </c:pt>
                <c:pt idx="1">
                  <c:v>20.145</c:v>
                </c:pt>
                <c:pt idx="2">
                  <c:v>33.629</c:v>
                </c:pt>
                <c:pt idx="3">
                  <c:v>0.86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45.963</c:v>
                </c:pt>
                <c:pt idx="1">
                  <c:v>20.312</c:v>
                </c:pt>
                <c:pt idx="2">
                  <c:v>10.447</c:v>
                </c:pt>
                <c:pt idx="3">
                  <c:v>2.68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0.437</c:v>
                </c:pt>
                <c:pt idx="1">
                  <c:v>0.158</c:v>
                </c:pt>
                <c:pt idx="2">
                  <c:v>1.964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0.09</c:v>
                </c:pt>
                <c:pt idx="1">
                  <c:v>0.515</c:v>
                </c:pt>
                <c:pt idx="2">
                  <c:v>1.966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0.58</c:v>
                </c:pt>
                <c:pt idx="1">
                  <c:v>0.897</c:v>
                </c:pt>
                <c:pt idx="2">
                  <c:v>0.127</c:v>
                </c:pt>
                <c:pt idx="3">
                  <c:v>0.47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2.39</c:v>
                </c:pt>
                <c:pt idx="1">
                  <c:v>12.109</c:v>
                </c:pt>
                <c:pt idx="2">
                  <c:v>3.4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2.39</c:v>
                </c:pt>
                <c:pt idx="1">
                  <c:v>12.109</c:v>
                </c:pt>
                <c:pt idx="2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2.078</c:v>
                </c:pt>
                <c:pt idx="1">
                  <c:v>12</c:v>
                </c:pt>
                <c:pt idx="2">
                  <c:v>0.109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350.4</c:v>
                </c:pt>
                <c:pt idx="1">
                  <c:v>167.9</c:v>
                </c:pt>
                <c:pt idx="2">
                  <c:v>3.9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86.1</c:v>
                </c:pt>
                <c:pt idx="1">
                  <c:v>23.7</c:v>
                </c:pt>
                <c:pt idx="2">
                  <c:v>170.9</c:v>
                </c:pt>
                <c:pt idx="3">
                  <c:v>2.3</c:v>
                </c:pt>
                <c:pt idx="4">
                  <c:v>2.2</c:v>
                </c:pt>
                <c:pt idx="5">
                  <c:v>50.8</c:v>
                </c:pt>
                <c:pt idx="6">
                  <c:v>14.6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43.1</c:v>
                </c:pt>
                <c:pt idx="1">
                  <c:v>15.3</c:v>
                </c:pt>
                <c:pt idx="2">
                  <c:v>81.5</c:v>
                </c:pt>
                <c:pt idx="3">
                  <c:v>3.3</c:v>
                </c:pt>
                <c:pt idx="4">
                  <c:v>1.1</c:v>
                </c:pt>
                <c:pt idx="5">
                  <c:v>21.4</c:v>
                </c:pt>
                <c:pt idx="6">
                  <c:v>1.8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1.5</c:v>
                </c:pt>
                <c:pt idx="1">
                  <c:v>5</c:v>
                </c:pt>
                <c:pt idx="2">
                  <c:v>0.78</c:v>
                </c:pt>
                <c:pt idx="3">
                  <c:v>0</c:v>
                </c:pt>
                <c:pt idx="4">
                  <c:v>0.6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215.7</c:v>
                </c:pt>
                <c:pt idx="1">
                  <c:v>154.9</c:v>
                </c:pt>
                <c:pt idx="2">
                  <c:v>-53.2</c:v>
                </c:pt>
                <c:pt idx="3">
                  <c:v>67.4</c:v>
                </c:pt>
                <c:pt idx="4">
                  <c:v>66.1</c:v>
                </c:pt>
                <c:pt idx="5">
                  <c:v>88.3</c:v>
                </c:pt>
                <c:pt idx="6">
                  <c:v>34</c:v>
                </c:pt>
                <c:pt idx="7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3"/>
                <c:pt idx="0">
                  <c:v>6.5</c:v>
                </c:pt>
                <c:pt idx="1">
                  <c:v>14</c:v>
                </c:pt>
                <c:pt idx="2">
                  <c:v>18.7</c:v>
                </c:pt>
                <c:pt idx="3">
                  <c:v>10.2</c:v>
                </c:pt>
                <c:pt idx="4">
                  <c:v>29.1</c:v>
                </c:pt>
                <c:pt idx="5">
                  <c:v>16.4</c:v>
                </c:pt>
                <c:pt idx="6">
                  <c:v>2.7</c:v>
                </c:pt>
                <c:pt idx="7">
                  <c:v>6.8</c:v>
                </c:pt>
                <c:pt idx="8">
                  <c:v>5.9</c:v>
                </c:pt>
                <c:pt idx="9">
                  <c:v>20.6</c:v>
                </c:pt>
                <c:pt idx="10">
                  <c:v>19.6</c:v>
                </c:pt>
                <c:pt idx="11">
                  <c:v>25.9</c:v>
                </c:pt>
                <c:pt idx="12">
                  <c:v>6.01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3"/>
                <c:pt idx="0">
                  <c:v>2.6</c:v>
                </c:pt>
                <c:pt idx="1">
                  <c:v>10.2</c:v>
                </c:pt>
                <c:pt idx="2">
                  <c:v>14.6</c:v>
                </c:pt>
                <c:pt idx="3">
                  <c:v>11.8</c:v>
                </c:pt>
                <c:pt idx="4">
                  <c:v>32.3</c:v>
                </c:pt>
                <c:pt idx="5">
                  <c:v>14.4</c:v>
                </c:pt>
                <c:pt idx="6">
                  <c:v>4.9</c:v>
                </c:pt>
                <c:pt idx="7">
                  <c:v>7.8</c:v>
                </c:pt>
                <c:pt idx="8">
                  <c:v>4.8</c:v>
                </c:pt>
                <c:pt idx="9">
                  <c:v>11.4</c:v>
                </c:pt>
                <c:pt idx="10">
                  <c:v>21.4</c:v>
                </c:pt>
                <c:pt idx="11">
                  <c:v>23.2</c:v>
                </c:pt>
                <c:pt idx="12">
                  <c:v>17.47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3"/>
                <c:pt idx="0">
                  <c:v>10</c:v>
                </c:pt>
                <c:pt idx="1">
                  <c:v>7.9</c:v>
                </c:pt>
                <c:pt idx="2">
                  <c:v>11.3</c:v>
                </c:pt>
                <c:pt idx="3">
                  <c:v>13.5</c:v>
                </c:pt>
                <c:pt idx="4">
                  <c:v>17.3</c:v>
                </c:pt>
                <c:pt idx="5">
                  <c:v>15</c:v>
                </c:pt>
                <c:pt idx="6">
                  <c:v>0</c:v>
                </c:pt>
                <c:pt idx="7">
                  <c:v>6.3</c:v>
                </c:pt>
                <c:pt idx="8">
                  <c:v>10.8</c:v>
                </c:pt>
                <c:pt idx="9">
                  <c:v>10.1</c:v>
                </c:pt>
                <c:pt idx="10">
                  <c:v>12.3</c:v>
                </c:pt>
                <c:pt idx="11">
                  <c:v>7.2</c:v>
                </c:pt>
                <c:pt idx="12">
                  <c:v>39.7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3"/>
                <c:pt idx="0">
                  <c:v>18</c:v>
                </c:pt>
                <c:pt idx="1">
                  <c:v>46.3</c:v>
                </c:pt>
                <c:pt idx="2">
                  <c:v>29.2</c:v>
                </c:pt>
                <c:pt idx="3">
                  <c:v>20.1</c:v>
                </c:pt>
                <c:pt idx="4">
                  <c:v>30</c:v>
                </c:pt>
                <c:pt idx="5">
                  <c:v>39.5</c:v>
                </c:pt>
                <c:pt idx="6">
                  <c:v>7.3</c:v>
                </c:pt>
                <c:pt idx="7">
                  <c:v>67</c:v>
                </c:pt>
                <c:pt idx="8">
                  <c:v>15.8</c:v>
                </c:pt>
                <c:pt idx="9">
                  <c:v>11.7</c:v>
                </c:pt>
                <c:pt idx="10">
                  <c:v>40.9</c:v>
                </c:pt>
                <c:pt idx="11">
                  <c:v>6.3</c:v>
                </c:pt>
                <c:pt idx="12">
                  <c:v>13.51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Mark</c:v>
                </c:pt>
                <c:pt idx="2">
                  <c:v>战略合作</c:v>
                </c:pt>
                <c:pt idx="3">
                  <c:v>高瑶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53.6</c:v>
                </c:pt>
                <c:pt idx="1">
                  <c:v>42.86</c:v>
                </c:pt>
                <c:pt idx="2">
                  <c:v>23.5</c:v>
                </c:pt>
                <c:pt idx="3">
                  <c:v>9.36</c:v>
                </c:pt>
                <c:pt idx="4">
                  <c:v>5.58</c:v>
                </c:pt>
                <c:pt idx="5">
                  <c:v>1.88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750" b="0" i="0" u="none" strike="noStrike" kern="1200" baseline="0">
                        <a:solidFill>
                          <a:schemeClr val="tx1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rPr lang="en-US" altLang="zh-CN">
                        <a:solidFill>
                          <a:schemeClr val="tx1"/>
                        </a:solidFill>
                      </a:rPr>
                      <a:t>32.2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Mark</c:v>
                </c:pt>
                <c:pt idx="2">
                  <c:v>战略合作</c:v>
                </c:pt>
                <c:pt idx="3">
                  <c:v>高瑶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32.2</c:v>
                </c:pt>
                <c:pt idx="1">
                  <c:v>14.52</c:v>
                </c:pt>
                <c:pt idx="2">
                  <c:v>6.82</c:v>
                </c:pt>
                <c:pt idx="3">
                  <c:v>8.93</c:v>
                </c:pt>
                <c:pt idx="4">
                  <c:v>1.93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Mark</c:v>
                </c:pt>
                <c:pt idx="2">
                  <c:v>战略合作</c:v>
                </c:pt>
                <c:pt idx="3">
                  <c:v>高瑶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</c:v>
                </c:pt>
                <c:pt idx="1">
                  <c:v>0</c:v>
                </c:pt>
                <c:pt idx="2">
                  <c:v>0</c:v>
                </c:pt>
                <c:pt idx="3">
                  <c:v>1.36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EGA</c:v>
                </c:pt>
                <c:pt idx="1">
                  <c:v>唯思</c:v>
                </c:pt>
                <c:pt idx="2">
                  <c:v>紫荆保险</c:v>
                </c:pt>
                <c:pt idx="3">
                  <c:v>堡盛国际</c:v>
                </c:pt>
                <c:pt idx="4">
                  <c:v>宏鑫资产</c:v>
                </c:pt>
                <c:pt idx="5">
                  <c:v>企鹅保险</c:v>
                </c:pt>
                <c:pt idx="6">
                  <c:v>万森保险</c:v>
                </c:pt>
                <c:pt idx="7">
                  <c:v>天誉国际</c:v>
                </c:pt>
                <c:pt idx="8">
                  <c:v>中天家办</c:v>
                </c:pt>
                <c:pt idx="9">
                  <c:v>晋誉财富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2724</c:v>
                </c:pt>
                <c:pt idx="1">
                  <c:v>2124</c:v>
                </c:pt>
                <c:pt idx="2">
                  <c:v>1766</c:v>
                </c:pt>
                <c:pt idx="3">
                  <c:v>1688</c:v>
                </c:pt>
                <c:pt idx="4">
                  <c:v>1248</c:v>
                </c:pt>
                <c:pt idx="5">
                  <c:v>862</c:v>
                </c:pt>
                <c:pt idx="6">
                  <c:v>797</c:v>
                </c:pt>
                <c:pt idx="7">
                  <c:v>216</c:v>
                </c:pt>
                <c:pt idx="8">
                  <c:v>201</c:v>
                </c:pt>
                <c:pt idx="9">
                  <c:v>188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EGA</c:v>
                </c:pt>
                <c:pt idx="1">
                  <c:v>唯思</c:v>
                </c:pt>
                <c:pt idx="2">
                  <c:v>紫荆保险</c:v>
                </c:pt>
                <c:pt idx="3">
                  <c:v>堡盛国际</c:v>
                </c:pt>
                <c:pt idx="4">
                  <c:v>宏鑫资产</c:v>
                </c:pt>
                <c:pt idx="5">
                  <c:v>企鹅保险</c:v>
                </c:pt>
                <c:pt idx="6">
                  <c:v>万森保险</c:v>
                </c:pt>
                <c:pt idx="7">
                  <c:v>天誉国际</c:v>
                </c:pt>
                <c:pt idx="8">
                  <c:v>中天家办</c:v>
                </c:pt>
                <c:pt idx="9">
                  <c:v>晋誉财富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234</c:v>
                </c:pt>
                <c:pt idx="1">
                  <c:v>816</c:v>
                </c:pt>
                <c:pt idx="2">
                  <c:v>1045</c:v>
                </c:pt>
                <c:pt idx="3">
                  <c:v>569</c:v>
                </c:pt>
                <c:pt idx="5">
                  <c:v>487</c:v>
                </c:pt>
                <c:pt idx="6">
                  <c:v>1031</c:v>
                </c:pt>
                <c:pt idx="7">
                  <c:v>598</c:v>
                </c:pt>
                <c:pt idx="8">
                  <c:v>119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EGA</c:v>
                </c:pt>
                <c:pt idx="1">
                  <c:v>唯思</c:v>
                </c:pt>
                <c:pt idx="2">
                  <c:v>紫荆保险</c:v>
                </c:pt>
                <c:pt idx="3">
                  <c:v>堡盛国际</c:v>
                </c:pt>
                <c:pt idx="4">
                  <c:v>宏鑫资产</c:v>
                </c:pt>
                <c:pt idx="5">
                  <c:v>企鹅保险</c:v>
                </c:pt>
                <c:pt idx="6">
                  <c:v>万森保险</c:v>
                </c:pt>
                <c:pt idx="7">
                  <c:v>天誉国际</c:v>
                </c:pt>
                <c:pt idx="8">
                  <c:v>中天家办</c:v>
                </c:pt>
                <c:pt idx="9">
                  <c:v>晋誉财富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48</c:v>
                </c:pt>
                <c:pt idx="1">
                  <c:v>56</c:v>
                </c:pt>
                <c:pt idx="2">
                  <c:v>95</c:v>
                </c:pt>
                <c:pt idx="3">
                  <c:v>68</c:v>
                </c:pt>
                <c:pt idx="5">
                  <c:v>124</c:v>
                </c:pt>
                <c:pt idx="7">
                  <c:v>144</c:v>
                </c:pt>
                <c:pt idx="8">
                  <c:v>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3"/>
                <c:pt idx="0">
                  <c:v>3.15</c:v>
                </c:pt>
                <c:pt idx="1">
                  <c:v>6.39</c:v>
                </c:pt>
                <c:pt idx="2">
                  <c:v>9.86</c:v>
                </c:pt>
                <c:pt idx="3">
                  <c:v>5.58</c:v>
                </c:pt>
                <c:pt idx="4">
                  <c:v>6.97</c:v>
                </c:pt>
                <c:pt idx="5">
                  <c:v>9.18</c:v>
                </c:pt>
                <c:pt idx="6">
                  <c:v>2.11</c:v>
                </c:pt>
                <c:pt idx="7">
                  <c:v>6.38</c:v>
                </c:pt>
                <c:pt idx="8">
                  <c:v>3.39</c:v>
                </c:pt>
                <c:pt idx="9">
                  <c:v>12.3</c:v>
                </c:pt>
                <c:pt idx="10">
                  <c:v>11.16</c:v>
                </c:pt>
                <c:pt idx="11">
                  <c:v>15.27</c:v>
                </c:pt>
                <c:pt idx="12">
                  <c:v>3.58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3"/>
                <c:pt idx="0">
                  <c:v>1.17</c:v>
                </c:pt>
                <c:pt idx="1">
                  <c:v>3.68</c:v>
                </c:pt>
                <c:pt idx="2">
                  <c:v>6.9</c:v>
                </c:pt>
                <c:pt idx="3">
                  <c:v>6.23</c:v>
                </c:pt>
                <c:pt idx="4">
                  <c:v>12.16</c:v>
                </c:pt>
                <c:pt idx="5">
                  <c:v>5.88</c:v>
                </c:pt>
                <c:pt idx="6">
                  <c:v>3.82</c:v>
                </c:pt>
                <c:pt idx="7">
                  <c:v>4.09</c:v>
                </c:pt>
                <c:pt idx="8">
                  <c:v>2.65</c:v>
                </c:pt>
                <c:pt idx="9">
                  <c:v>8.54</c:v>
                </c:pt>
                <c:pt idx="10">
                  <c:v>10.94</c:v>
                </c:pt>
                <c:pt idx="11">
                  <c:v>20.39</c:v>
                </c:pt>
                <c:pt idx="12">
                  <c:v>7.55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3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4.99</c:v>
                </c:pt>
                <c:pt idx="10">
                  <c:v>2.85</c:v>
                </c:pt>
                <c:pt idx="11">
                  <c:v>2.01</c:v>
                </c:pt>
                <c:pt idx="12">
                  <c:v>10.05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6.86M/11件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3.9M/6件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10.53M/19件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7.39M/7件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4.29M/3件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7.39</c:v>
                </c:pt>
                <c:pt idx="1">
                  <c:v>3.46</c:v>
                </c:pt>
                <c:pt idx="2">
                  <c:v>4.29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6.24M/10件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4.91M/8件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8.19M/14件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3.51M/6件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6.24</c:v>
                </c:pt>
                <c:pt idx="1">
                  <c:v>4.91</c:v>
                </c:pt>
                <c:pt idx="2">
                  <c:v>8.19</c:v>
                </c:pt>
                <c:pt idx="3">
                  <c:v>3.51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11.29M/7件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5.07M/4件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11.29</c:v>
                </c:pt>
                <c:pt idx="1">
                  <c:v>3.46</c:v>
                </c:pt>
                <c:pt idx="2">
                  <c:v>5.07</c:v>
                </c:pt>
                <c:pt idx="3">
                  <c:v>0.78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1.79M/3件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12.8</c:v>
                </c:pt>
                <c:pt idx="1">
                  <c:v>84.79</c:v>
                </c:pt>
                <c:pt idx="2">
                  <c:v>44.52</c:v>
                </c:pt>
                <c:pt idx="3">
                  <c:v>1.79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5.46</c:v>
                </c:pt>
                <c:pt idx="1">
                  <c:v>9.15</c:v>
                </c:pt>
                <c:pt idx="2">
                  <c:v>14.18</c:v>
                </c:pt>
                <c:pt idx="3">
                  <c:v>0.78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142.1082</c:v>
                </c:pt>
                <c:pt idx="1" c:formatCode="_ * #,##0.00_ ;_ * \-#,##0.00_ ;_ * &quot;-&quot;??.00_ ;_ @_ ">
                  <c:v>28.79136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63.54924342</c:v>
                </c:pt>
                <c:pt idx="1" c:formatCode="_ * #,##0.00_ ;_ * \-#,##0.00_ ;_ * &quot;-&quot;??.00_ ;_ @_ ">
                  <c:v>17.94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0.78</c:v>
                </c:pt>
                <c:pt idx="1" c:formatCode="General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170.9</c:v>
                </c:pt>
                <c:pt idx="1">
                  <c:v>29.1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银行预约(M)</c:v>
                </c:pt>
              </c:strCache>
            </c:strRef>
          </c:tx>
          <c:spPr>
            <a:ln w="25400" cap="flat" cmpd="sng" algn="ctr">
              <a:solidFill>
                <a:srgbClr val="9B23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2335"/>
              </a:solidFill>
              <a:ln w="9525" cap="flat" cmpd="sng" algn="ctr">
                <a:solidFill>
                  <a:srgbClr val="9B233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3"/>
                <c:pt idx="0">
                  <c:v>2.34</c:v>
                </c:pt>
                <c:pt idx="1">
                  <c:v>4.08</c:v>
                </c:pt>
                <c:pt idx="2">
                  <c:v>6.03</c:v>
                </c:pt>
                <c:pt idx="3">
                  <c:v>1.79</c:v>
                </c:pt>
                <c:pt idx="4">
                  <c:v>4.29</c:v>
                </c:pt>
                <c:pt idx="5">
                  <c:v>3.07</c:v>
                </c:pt>
                <c:pt idx="6">
                  <c:v>0</c:v>
                </c:pt>
                <c:pt idx="7">
                  <c:v>0</c:v>
                </c:pt>
                <c:pt idx="8">
                  <c:v>2.34</c:v>
                </c:pt>
                <c:pt idx="9">
                  <c:v>6.24</c:v>
                </c:pt>
                <c:pt idx="10">
                  <c:v>4.29</c:v>
                </c:pt>
                <c:pt idx="11">
                  <c:v>1.95</c:v>
                </c:pt>
                <c:pt idx="1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银行签单(M)</c:v>
                </c:pt>
              </c:strCache>
            </c:strRef>
          </c:tx>
          <c:spPr>
            <a:ln w="25400" cap="flat" cmpd="sng" algn="ctr">
              <a:solidFill>
                <a:srgbClr val="6B27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737"/>
              </a:solidFill>
              <a:ln w="9525" cap="flat" cmpd="sng" algn="ctr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3"/>
                <c:pt idx="0">
                  <c:v>0.78</c:v>
                </c:pt>
                <c:pt idx="1">
                  <c:v>3.69</c:v>
                </c:pt>
                <c:pt idx="2">
                  <c:v>5.64</c:v>
                </c:pt>
                <c:pt idx="3">
                  <c:v>2.73</c:v>
                </c:pt>
                <c:pt idx="4">
                  <c:v>2.18</c:v>
                </c:pt>
                <c:pt idx="5">
                  <c:v>5.8</c:v>
                </c:pt>
                <c:pt idx="6">
                  <c:v>0.39</c:v>
                </c:pt>
                <c:pt idx="7">
                  <c:v>0</c:v>
                </c:pt>
                <c:pt idx="8">
                  <c:v>1.95</c:v>
                </c:pt>
                <c:pt idx="9">
                  <c:v>1.95</c:v>
                </c:pt>
                <c:pt idx="10">
                  <c:v>5.46</c:v>
                </c:pt>
                <c:pt idx="11">
                  <c:v>2.73</c:v>
                </c:pt>
                <c:pt idx="12">
                  <c:v>3.51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银行批核(M)</c:v>
                </c:pt>
              </c:strCache>
            </c:strRef>
          </c:tx>
          <c:spPr>
            <a:ln w="25400" cap="flat" cmpd="sng" algn="ctr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 cmpd="sng" algn="ctr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3"/>
                <c:pt idx="0">
                  <c:v>1.95</c:v>
                </c:pt>
                <c:pt idx="1">
                  <c:v>3.36</c:v>
                </c:pt>
                <c:pt idx="2">
                  <c:v>8.03</c:v>
                </c:pt>
                <c:pt idx="3">
                  <c:v>1.79</c:v>
                </c:pt>
                <c:pt idx="4">
                  <c:v>17.16</c:v>
                </c:pt>
                <c:pt idx="5">
                  <c:v>27.95</c:v>
                </c:pt>
                <c:pt idx="6">
                  <c:v>1.95</c:v>
                </c:pt>
                <c:pt idx="7">
                  <c:v>46.88</c:v>
                </c:pt>
                <c:pt idx="8">
                  <c:v>10.42</c:v>
                </c:pt>
                <c:pt idx="9">
                  <c:v>4.68</c:v>
                </c:pt>
                <c:pt idx="10">
                  <c:v>35.96</c:v>
                </c:pt>
                <c:pt idx="11">
                  <c:v>5.85</c:v>
                </c:pt>
                <c:pt idx="12">
                  <c:v>1.79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8d0edca-b3ca-4875-b8a4-188427696a7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6B2737"/>
            </a:solidFill>
            <a:ln>
              <a:noFill/>
            </a:ln>
            <a:effectLst/>
            <a:sp3d>
              <a:extrusionClr>
                <a:srgbClr val="FFFFFF"/>
              </a:extrusionClr>
              <a:contourClr>
                <a:srgbClr val="FFFFFF"/>
              </a:contourClr>
            </a:sp3d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cap="none" spc="0" normalizeH="0" baseline="0">
                    <a:solidFill>
                      <a:schemeClr val="bg1"/>
                    </a:solidFill>
                    <a:uFill>
                      <a:solidFill>
                        <a:schemeClr val="tx1"/>
                      </a:solidFill>
                    </a:u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民生广州</c:v>
                </c:pt>
                <c:pt idx="1">
                  <c:v>平安香港</c:v>
                </c:pt>
                <c:pt idx="2">
                  <c:v>民生上海</c:v>
                </c:pt>
                <c:pt idx="3">
                  <c:v>民生南京</c:v>
                </c:pt>
                <c:pt idx="4">
                  <c:v>民生深圳</c:v>
                </c:pt>
                <c:pt idx="5">
                  <c:v>民生北京</c:v>
                </c:pt>
                <c:pt idx="6">
                  <c:v>民生杭州</c:v>
                </c:pt>
                <c:pt idx="7">
                  <c:v>民生重庆</c:v>
                </c:pt>
                <c:pt idx="8">
                  <c:v>民生嘉兴</c:v>
                </c:pt>
                <c:pt idx="9">
                  <c:v>民生温州</c:v>
                </c:pt>
                <c:pt idx="10">
                  <c:v>民生香港</c:v>
                </c:pt>
                <c:pt idx="11">
                  <c:v>民生贵阳</c:v>
                </c:pt>
                <c:pt idx="12">
                  <c:v>民生合肥</c:v>
                </c:pt>
                <c:pt idx="13">
                  <c:v>民生泉州</c:v>
                </c:pt>
                <c:pt idx="14">
                  <c:v>民生厦门</c:v>
                </c:pt>
                <c:pt idx="15">
                  <c:v>民生沈阳</c:v>
                </c:pt>
                <c:pt idx="16">
                  <c:v>民生武汉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29.25</c:v>
                </c:pt>
                <c:pt idx="1">
                  <c:v>28.79136</c:v>
                </c:pt>
                <c:pt idx="2">
                  <c:v>26.4108</c:v>
                </c:pt>
                <c:pt idx="3">
                  <c:v>21.801</c:v>
                </c:pt>
                <c:pt idx="4">
                  <c:v>18.72</c:v>
                </c:pt>
                <c:pt idx="5">
                  <c:v>15.5844</c:v>
                </c:pt>
                <c:pt idx="6">
                  <c:v>7.02</c:v>
                </c:pt>
                <c:pt idx="7">
                  <c:v>5.46</c:v>
                </c:pt>
                <c:pt idx="8">
                  <c:v>3.12</c:v>
                </c:pt>
                <c:pt idx="9">
                  <c:v>2.808</c:v>
                </c:pt>
                <c:pt idx="10">
                  <c:v>2.184</c:v>
                </c:pt>
                <c:pt idx="11">
                  <c:v>1.95</c:v>
                </c:pt>
                <c:pt idx="12">
                  <c:v>1.56</c:v>
                </c:pt>
                <c:pt idx="13">
                  <c:v>1.56</c:v>
                </c:pt>
                <c:pt idx="14">
                  <c:v>1.56</c:v>
                </c:pt>
                <c:pt idx="15">
                  <c:v>1.56</c:v>
                </c:pt>
                <c:pt idx="16">
                  <c:v>1.56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0" spcFirstLastPara="0" vertOverflow="ellipsis" vert="wordArtVertRtl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1.xml"/><Relationship Id="rId4" Type="http://schemas.openxmlformats.org/officeDocument/2006/relationships/chart" Target="../charts/chart6.xml"/><Relationship Id="rId3" Type="http://schemas.openxmlformats.org/officeDocument/2006/relationships/chart" Target="../charts/chart5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12.png"/><Relationship Id="rId24" Type="http://schemas.openxmlformats.org/officeDocument/2006/relationships/tags" Target="../tags/tag9.xml"/><Relationship Id="rId23" Type="http://schemas.openxmlformats.org/officeDocument/2006/relationships/image" Target="../media/image11.png"/><Relationship Id="rId22" Type="http://schemas.openxmlformats.org/officeDocument/2006/relationships/tags" Target="../tags/tag8.xml"/><Relationship Id="rId21" Type="http://schemas.openxmlformats.org/officeDocument/2006/relationships/image" Target="../media/image10.png"/><Relationship Id="rId20" Type="http://schemas.openxmlformats.org/officeDocument/2006/relationships/tags" Target="../tags/tag7.xml"/><Relationship Id="rId2" Type="http://schemas.openxmlformats.org/officeDocument/2006/relationships/chart" Target="../charts/chart4.xml"/><Relationship Id="rId19" Type="http://schemas.openxmlformats.org/officeDocument/2006/relationships/image" Target="../media/image9.svg"/><Relationship Id="rId18" Type="http://schemas.openxmlformats.org/officeDocument/2006/relationships/tags" Target="../tags/tag6.xml"/><Relationship Id="rId17" Type="http://schemas.openxmlformats.org/officeDocument/2006/relationships/image" Target="../media/image8.svg"/><Relationship Id="rId16" Type="http://schemas.openxmlformats.org/officeDocument/2006/relationships/tags" Target="../tags/tag5.xml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tags" Target="../tags/tag4.xml"/><Relationship Id="rId12" Type="http://schemas.openxmlformats.org/officeDocument/2006/relationships/image" Target="../media/image5.svg"/><Relationship Id="rId11" Type="http://schemas.openxmlformats.org/officeDocument/2006/relationships/tags" Target="../tags/tag3.xml"/><Relationship Id="rId10" Type="http://schemas.openxmlformats.org/officeDocument/2006/relationships/image" Target="../media/image4.svg"/><Relationship Id="rId1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chart" Target="../charts/chart14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6.xml"/><Relationship Id="rId1" Type="http://schemas.openxmlformats.org/officeDocument/2006/relationships/chart" Target="../charts/char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7.xml"/><Relationship Id="rId3" Type="http://schemas.openxmlformats.org/officeDocument/2006/relationships/tags" Target="../tags/tag10.xml"/><Relationship Id="rId29" Type="http://schemas.openxmlformats.org/officeDocument/2006/relationships/tags" Target="../tags/tag36.xml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tags" Target="../tags/tag33.xml"/><Relationship Id="rId25" Type="http://schemas.openxmlformats.org/officeDocument/2006/relationships/tags" Target="../tags/tag32.xml"/><Relationship Id="rId24" Type="http://schemas.openxmlformats.org/officeDocument/2006/relationships/tags" Target="../tags/tag3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chart" Target="../charts/chart19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chart" Target="../charts/chart1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chart" Target="../charts/chart2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chart" Target="../charts/chart25.xml"/><Relationship Id="rId41" Type="http://schemas.openxmlformats.org/officeDocument/2006/relationships/notesSlide" Target="../notesSlides/notesSlide10.xml"/><Relationship Id="rId40" Type="http://schemas.openxmlformats.org/officeDocument/2006/relationships/slideLayout" Target="../slideLayouts/slideLayout1.xml"/><Relationship Id="rId4" Type="http://schemas.openxmlformats.org/officeDocument/2006/relationships/chart" Target="../charts/chart24.xml"/><Relationship Id="rId39" Type="http://schemas.openxmlformats.org/officeDocument/2006/relationships/tags" Target="../tags/tag87.xml"/><Relationship Id="rId38" Type="http://schemas.openxmlformats.org/officeDocument/2006/relationships/tags" Target="../tags/tag86.xml"/><Relationship Id="rId37" Type="http://schemas.openxmlformats.org/officeDocument/2006/relationships/tags" Target="../tags/tag85.xml"/><Relationship Id="rId36" Type="http://schemas.openxmlformats.org/officeDocument/2006/relationships/tags" Target="../tags/tag84.xml"/><Relationship Id="rId35" Type="http://schemas.openxmlformats.org/officeDocument/2006/relationships/tags" Target="../tags/tag83.xml"/><Relationship Id="rId34" Type="http://schemas.openxmlformats.org/officeDocument/2006/relationships/tags" Target="../tags/tag82.xml"/><Relationship Id="rId33" Type="http://schemas.openxmlformats.org/officeDocument/2006/relationships/tags" Target="../tags/tag81.xml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chart" Target="../charts/chart23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chart" Target="../charts/chart22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chart" Target="../charts/chart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1" Type="http://schemas.openxmlformats.org/officeDocument/2006/relationships/notesSlide" Target="../notesSlides/notesSlide11.xml"/><Relationship Id="rId20" Type="http://schemas.openxmlformats.org/officeDocument/2006/relationships/slideLayout" Target="../slideLayouts/slideLayout1.xml"/><Relationship Id="rId2" Type="http://schemas.openxmlformats.org/officeDocument/2006/relationships/chart" Target="../charts/chart27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chart" Target="../charts/char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生成日期：2026-04-04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-763M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350M /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剩余缺口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763M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297M /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剩余缺口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679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354.5M（含4月初4.1M），达成率 31.8%，全年目标 1,113M 缺口约 758M。3 月预约件数环比 +86.0%（199 件），4 月初已预约6件/0.8M，前端动能持续，Q2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350.4M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 件  |  占比 66.5%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167.9M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 件  |  占比 30.2%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件  |  占比 1.5%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6.4M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件  |  占比 1.7%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未批核（167.9M，242 件）与待签（3.9M，12 件）合计 171.8M 在管道中，占批核 APE 的 49%。未批核融资占比 16.7% 为最大风险敞口，若能快速推进至生效，可直接拉升达成率逾 15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307.7M 占全渠道 87.8%，是唯一业绩主力；未批核 145.9M 融资率较高，是最大转化机会。代理人（批核 25.9M）与 KA（批核 16.9M）体量极小，需明确各渠道扩量优先级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6557825" y="3977640"/>
            <a:ext cx="1324303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6557825" y="3995928"/>
            <a:ext cx="1324303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53.9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80.0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133件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47.9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60.8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80.6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118件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195件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85.9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139件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2025年具明显季节性高峰（6月/9月/11月）。2026年Q1批核存量驱动（1-2月超100M），3月预约/签单同步走强（均达80M+），前端动能复苏。4月初（W13）预约0.8M/签单3.1M/批核4.1M，节后正常启动，Q2批核可期。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138" name="Text 90"/>
          <p:cNvSpPr/>
          <p:nvPr/>
        </p:nvSpPr>
        <p:spPr>
          <a:xfrm>
            <a:off x="10129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129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129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129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129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129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129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 2026</a:t>
            </a:r>
            <a:r>
              <a:rPr lang="zh-CN" altLang="en-US" sz="750" dirty="0"/>
              <a:t>年</a:t>
            </a:r>
            <a:r>
              <a:rPr lang="en-US" altLang="zh-CN" sz="750" dirty="0"/>
              <a:t>3</a:t>
            </a:r>
            <a:r>
              <a:rPr lang="zh-CN" altLang="en-US" sz="750" dirty="0"/>
              <a:t>月的预约件数从</a:t>
            </a:r>
            <a:r>
              <a:rPr lang="en-US" altLang="zh-CN" sz="750" dirty="0"/>
              <a:t>2</a:t>
            </a:r>
            <a:r>
              <a:rPr lang="zh-CN" altLang="en-US" sz="750" dirty="0"/>
              <a:t>月的</a:t>
            </a:r>
            <a:r>
              <a:rPr lang="en-US" altLang="zh-CN" sz="750" dirty="0"/>
              <a:t>107</a:t>
            </a:r>
            <a:r>
              <a:rPr lang="zh-CN" altLang="en-US" sz="750" dirty="0"/>
              <a:t>件猛增至</a:t>
            </a:r>
            <a:r>
              <a:rPr lang="en-US" altLang="zh-CN" sz="750" dirty="0"/>
              <a:t>199</a:t>
            </a:r>
            <a:r>
              <a:rPr lang="zh-CN" altLang="en-US" sz="750" dirty="0"/>
              <a:t>件（环比增长</a:t>
            </a:r>
            <a:r>
              <a:rPr lang="en-US" altLang="zh-CN" sz="750" dirty="0"/>
              <a:t>30.1%</a:t>
            </a:r>
            <a:r>
              <a:rPr lang="zh-CN" altLang="en-US" sz="750" dirty="0"/>
              <a:t>），</a:t>
            </a:r>
            <a:r>
              <a:rPr lang="en-US" altLang="zh-CN" sz="750" dirty="0"/>
              <a:t>3</a:t>
            </a:r>
            <a:r>
              <a:rPr lang="zh-CN" altLang="en-US" sz="750" dirty="0"/>
              <a:t>月市场活跃度大幅回升，属于典型的</a:t>
            </a:r>
            <a:r>
              <a:rPr lang="en-US" altLang="zh-CN" sz="750" dirty="0"/>
              <a:t>“</a:t>
            </a:r>
            <a:r>
              <a:rPr lang="zh-CN" altLang="en-US" sz="750" dirty="0"/>
              <a:t>小阳春</a:t>
            </a:r>
            <a:r>
              <a:rPr lang="en-US" altLang="zh-CN" sz="750" dirty="0"/>
              <a:t>”</a:t>
            </a:r>
            <a:r>
              <a:rPr lang="zh-CN" altLang="en-US" sz="750" dirty="0"/>
              <a:t>行情。需要关注的是，</a:t>
            </a:r>
            <a:r>
              <a:rPr lang="en-US" altLang="zh-CN" sz="750" dirty="0"/>
              <a:t>3</a:t>
            </a:r>
            <a:r>
              <a:rPr lang="zh-CN" altLang="en-US" sz="750" dirty="0"/>
              <a:t>月件均</a:t>
            </a:r>
            <a:r>
              <a:rPr lang="en-US" altLang="zh-CN" sz="750" dirty="0"/>
              <a:t>APE</a:t>
            </a:r>
            <a:r>
              <a:rPr lang="zh-CN" altLang="en-US" sz="750" dirty="0"/>
              <a:t>（</a:t>
            </a:r>
            <a:r>
              <a:rPr lang="en-US" altLang="zh-CN" sz="750" dirty="0"/>
              <a:t>40.2</a:t>
            </a:r>
            <a:r>
              <a:rPr lang="zh-CN" altLang="en-US" sz="750" dirty="0"/>
              <a:t>万）低于</a:t>
            </a:r>
            <a:r>
              <a:rPr lang="en-US" altLang="zh-CN" sz="750" dirty="0"/>
              <a:t>2</a:t>
            </a:r>
            <a:r>
              <a:rPr lang="zh-CN" altLang="en-US" sz="750" dirty="0"/>
              <a:t>月（</a:t>
            </a:r>
            <a:r>
              <a:rPr lang="en-US" altLang="zh-CN" sz="750" dirty="0"/>
              <a:t>52.4</a:t>
            </a:r>
            <a:r>
              <a:rPr lang="zh-CN" altLang="en-US" sz="750" dirty="0"/>
              <a:t>万），说明</a:t>
            </a:r>
            <a:r>
              <a:rPr lang="en-US" altLang="zh-CN" sz="750" dirty="0"/>
              <a:t>3</a:t>
            </a:r>
            <a:r>
              <a:rPr lang="zh-CN" altLang="en-US" sz="750" dirty="0"/>
              <a:t>月的大规模增量主要由中小型保单驱动。</a:t>
            </a:r>
            <a:r>
              <a:rPr lang="en-US" altLang="zh-CN" sz="750" dirty="0"/>
              <a:t>1-2</a:t>
            </a:r>
            <a:r>
              <a:rPr lang="zh-CN" altLang="en-US" sz="750" dirty="0"/>
              <a:t>月的高额批核主要是消耗</a:t>
            </a:r>
            <a:r>
              <a:rPr lang="en-US" altLang="zh-CN" sz="750" dirty="0"/>
              <a:t>2025</a:t>
            </a:r>
            <a:r>
              <a:rPr lang="zh-CN" altLang="en-US" sz="750" dirty="0"/>
              <a:t>年底及</a:t>
            </a:r>
            <a:r>
              <a:rPr lang="en-US" altLang="zh-CN" sz="750" dirty="0"/>
              <a:t>2026</a:t>
            </a:r>
            <a:r>
              <a:rPr lang="zh-CN" altLang="en-US" sz="750" dirty="0"/>
              <a:t>年初的积压件。</a:t>
            </a:r>
            <a:r>
              <a:rPr lang="en-US" altLang="zh-CN" sz="750" dirty="0"/>
              <a:t>3</a:t>
            </a:r>
            <a:r>
              <a:rPr lang="zh-CN" altLang="en-US" sz="750" dirty="0"/>
              <a:t>月的批核下滑预示着批核时效可能变长，或者存在大量</a:t>
            </a:r>
            <a:r>
              <a:rPr lang="en-US" altLang="zh-CN" sz="750" dirty="0"/>
              <a:t>3</a:t>
            </a:r>
            <a:r>
              <a:rPr lang="zh-CN" altLang="en-US" sz="750" dirty="0"/>
              <a:t>月签单件尚未走完流程。</a:t>
            </a:r>
            <a:endParaRPr lang="zh-CN" altLang="en-US" sz="750" dirty="0"/>
          </a:p>
          <a:p>
            <a:pPr marL="0" indent="0">
              <a:buNone/>
            </a:pP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8067040" y="1137285"/>
            <a:ext cx="399923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7866380" y="1197610"/>
            <a:ext cx="391160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</p:sp>
      <p:sp>
        <p:nvSpPr>
          <p:cNvPr id="70" name="Text 66"/>
          <p:cNvSpPr/>
          <p:nvPr/>
        </p:nvSpPr>
        <p:spPr>
          <a:xfrm>
            <a:off x="8313420" y="2645410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84.8M/月（剩余 763M ÷ 9mo）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354.5M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1–4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763M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68.1%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84.8M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含4月初达 354.5M（达成率 31.8%），完成全年目标 1,113M 还需约 763M（剩余8个月月均需 95.3M）。4月 W13 批核 13.5M 节后回暖；若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4392930" y="1038225"/>
            <a:ext cx="1205230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−99.0%</a:t>
            </a:r>
            <a:endParaRPr lang="zh-CN" sz="100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349625" y="1534795"/>
            <a:ext cx="1145540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▲ 环比 +4.1%</a:t>
            </a:r>
            <a:endParaRPr lang="zh-CN" sz="1000" b="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350770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4450715" y="2971165"/>
            <a:ext cx="1146175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▼ 环比 −96.2%</a:t>
            </a:r>
            <a:endParaRPr lang="zh-CN" sz="100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08" name="Ann_QD"/>
          <p:cNvSpPr/>
          <p:nvPr/>
        </p:nvSpPr>
        <p:spPr>
          <a:xfrm>
            <a:off x="3520440" y="3525520"/>
            <a:ext cx="1151255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▲ 环比 +27.0%</a:t>
            </a:r>
            <a:endParaRPr lang="zh-CN" sz="1000" b="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760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500245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2872740" y="4720590"/>
            <a:ext cx="1263650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−95.2%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17" name="Ann_PH"/>
          <p:cNvSpPr/>
          <p:nvPr/>
        </p:nvSpPr>
        <p:spPr>
          <a:xfrm>
            <a:off x="4264025" y="5303520"/>
            <a:ext cx="1276985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▲ 环比 +23.1%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4424680" y="1374775"/>
            <a:ext cx="1066800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▲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环比 </a:t>
            </a:r>
            <a:r>
              <a:rPr lang="en-US" alt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42.5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4478020" y="3302000"/>
            <a:ext cx="106299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▲ 环比 +</a:t>
            </a:r>
            <a:r>
              <a:rPr lang="en-US" alt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32.5</a:t>
            </a: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b="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1" name="Ann_PH"/>
          <p:cNvSpPr/>
          <p:nvPr/>
        </p:nvSpPr>
        <p:spPr>
          <a:xfrm>
            <a:off x="4227830" y="4941570"/>
            <a:ext cx="1263650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</a:t>
            </a:r>
            <a:r>
              <a:rPr lang="en-US" alt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40</a:t>
            </a: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.</a:t>
            </a:r>
            <a:r>
              <a:rPr lang="en-US" alt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</a:t>
            </a: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296.9M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504件  |  达成率30.4%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976M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缺口679M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163.6M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未批核235件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 件均69.7万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待签9件  |  件均43.3万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批核APE（绿线）2月冲高至143.7M后3月骤降至72.4M，为存量积压集中释放所致。预约持续上升（+30.3%），签单3月环比下滑，前端动能正在积蓄但转化仍有时滞</a:t>
            </a: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45.64M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41.5万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万年青星河尊享保险计划II（5年）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26.52M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18.8万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万年青卓金保险计划II（5年）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13.84M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202.8万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万年青星河传承保险计划II（5年）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9.97M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36.9万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9.36M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117.0万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7.49M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5.82M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4.68M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117.0万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万年青卓金保险计划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II（5年）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3.90M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137.3M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145.7万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44.1万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Jan-26 批核APE（M）</a:t>
            </a:r>
            <a:endParaRPr lang="en-US" sz="700" dirty="0"/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Feb-26 批核APE（M）</a:t>
            </a:r>
            <a:endParaRPr lang="en-US" sz="700" dirty="0"/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Mar-26 批核APE（M）</a:t>
            </a:r>
            <a:endParaRPr lang="en-US" sz="700" dirty="0"/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45.86M</a:t>
            </a:r>
            <a:endParaRPr lang="en-US" sz="850" dirty="0"/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14.90M</a:t>
            </a:r>
            <a:endParaRPr lang="en-US" sz="850" dirty="0"/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13.68M</a:t>
            </a:r>
            <a:endParaRPr lang="en-US" sz="850" dirty="0"/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36.34M</a:t>
            </a:r>
            <a:endParaRPr lang="en-US" sz="850" dirty="0"/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10.31M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21.65M</a:t>
            </a:r>
            <a:endParaRPr lang="en-US" sz="850" dirty="0"/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15.15M</a:t>
            </a:r>
            <a:endParaRPr lang="en-US" sz="850" dirty="0"/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8.65M</a:t>
            </a:r>
            <a:endParaRPr lang="en-US" sz="850" dirty="0"/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12.82M</a:t>
            </a:r>
            <a:endParaRPr lang="en-US" sz="850" dirty="0"/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6.05M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0.40M</a:t>
            </a:r>
            <a:endParaRPr lang="en-US" sz="850" dirty="0"/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0.08M</a:t>
            </a:r>
            <a:endParaRPr lang="en-US" sz="850" dirty="0"/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/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0.01M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67.92M</a:t>
            </a:r>
            <a:endParaRPr lang="en-US" sz="850" dirty="0"/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30.12M</a:t>
            </a:r>
            <a:endParaRPr lang="en-US" sz="850" dirty="0"/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22.33M</a:t>
            </a:r>
            <a:endParaRPr lang="en-US" sz="850" dirty="0"/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63.20M</a:t>
            </a:r>
            <a:endParaRPr lang="en-US" sz="850" dirty="0"/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16.38M</a:t>
            </a:r>
            <a:endParaRPr lang="en-US" sz="850" dirty="0"/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18.26M</a:t>
            </a:r>
            <a:endParaRPr lang="en-US" sz="850" dirty="0"/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93.94M</a:t>
            </a:r>
            <a:endParaRPr lang="en-US" sz="850" dirty="0"/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58.70M</a:t>
            </a:r>
            <a:endParaRPr lang="en-US" sz="850" dirty="0"/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64.49M</a:t>
            </a:r>
            <a:endParaRPr lang="en-US" sz="850" dirty="0"/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6.79M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58.70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Apr26 批核APE（M）</a:t>
            </a:r>
            <a:endParaRPr lang="en-US" sz="700" dirty="0"/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26.21M</a:t>
            </a:r>
            <a:endParaRPr lang="en-US" sz="850" dirty="0"/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11.18M</a:t>
            </a:r>
            <a:endParaRPr lang="en-US" sz="850" dirty="0"/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/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37.88M</a:t>
            </a:r>
            <a:endParaRPr lang="en-US" sz="850" dirty="0"/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16.61M</a:t>
            </a:r>
            <a:endParaRPr lang="en-US" sz="850" dirty="0"/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12.82M</a:t>
            </a:r>
            <a:endParaRPr lang="en-US" sz="850" dirty="0"/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6.05M</a:t>
            </a:r>
            <a:endParaRPr lang="en-US" sz="850" dirty="0"/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11.18M</a:t>
            </a:r>
            <a:endParaRPr lang="en-US" sz="850" dirty="0"/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763M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22699" y="1442741"/>
            <a:ext cx="406459" cy="406459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429159" y="1554531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200185" y="4678034"/>
            <a:ext cx="483791" cy="483791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200107" y="457131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726716" y="4353559"/>
            <a:ext cx="303481" cy="3034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86560" y="4189730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2003333" y="5334315"/>
            <a:ext cx="323576" cy="323576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2326909" y="5404663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53421" y="4579982"/>
            <a:ext cx="173723" cy="17372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27144" y="457540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1002592" y="5875913"/>
            <a:ext cx="188105" cy="188105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190698" y="586074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28653" y="5924376"/>
            <a:ext cx="188105" cy="188105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216758" y="596254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50875" y="6082030"/>
            <a:ext cx="109728" cy="109728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60603" y="604545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（右上绿区）是唯一超越基准的「大目标达标」渠道（达成率85.4%）。永明经代（右下红区）规模最大但达成率仅25.3%，是最大战略风险点。ICLUB、同行经代处于「小目标待激活」区，成事/合伙/IFA几乎无效能输出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31.5%  |  剩余缺口 763M  |  需 9 个月完成 68.5%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BK贡献最大批核（170.9M），但仍距目标29M。全部已批核+在途（522M）仍距目标591M。如未批核（167.9M）和待签（3.9M）能快速推进，可直接减少缺口约31%，是最快的短期行动杠杆。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</p:sp>
      <p:sp>
        <p:nvSpPr>
          <p:cNvPr id="146" name="Shape 102"/>
          <p:cNvSpPr/>
          <p:nvPr/>
        </p:nvSpPr>
        <p:spPr>
          <a:xfrm>
            <a:off x="4563110" y="1554480"/>
            <a:ext cx="241200" cy="61023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7" name="Text 103"/>
          <p:cNvSpPr/>
          <p:nvPr/>
        </p:nvSpPr>
        <p:spPr>
          <a:xfrm>
            <a:off x="4480433" y="139185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−170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164080"/>
            <a:ext cx="241200" cy="28067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51" name="Text 107"/>
          <p:cNvSpPr/>
          <p:nvPr/>
        </p:nvSpPr>
        <p:spPr>
          <a:xfrm>
            <a:off x="4785106" y="20073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−86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444750"/>
            <a:ext cx="241200" cy="178435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</p:sp>
      <p:sp>
        <p:nvSpPr>
          <p:cNvPr id="155" name="Shape 114"/>
          <p:cNvSpPr/>
          <p:nvPr/>
        </p:nvSpPr>
        <p:spPr>
          <a:xfrm>
            <a:off x="6605905" y="2787015"/>
            <a:ext cx="244475" cy="610235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56" name="Text 115"/>
          <p:cNvSpPr/>
          <p:nvPr/>
        </p:nvSpPr>
        <p:spPr>
          <a:xfrm>
            <a:off x="6517767" y="262757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−167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3395980"/>
            <a:ext cx="241300" cy="54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273425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3463290"/>
            <a:ext cx="238760" cy="2162175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3" name="Text 122"/>
          <p:cNvSpPr/>
          <p:nvPr/>
        </p:nvSpPr>
        <p:spPr>
          <a:xfrm>
            <a:off x="7118223" y="442667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592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347595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−51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2627630"/>
            <a:ext cx="241200" cy="76200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</p:sp>
      <p:sp>
        <p:nvSpPr>
          <p:cNvPr id="171" name="Text_314"/>
          <p:cNvSpPr/>
          <p:nvPr/>
        </p:nvSpPr>
        <p:spPr>
          <a:xfrm>
            <a:off x="5525135" y="2457450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-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>23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2708910"/>
            <a:ext cx="241300" cy="76200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</p:sp>
      <p:sp>
        <p:nvSpPr>
          <p:cNvPr id="173" name="Text_314"/>
          <p:cNvSpPr/>
          <p:nvPr/>
        </p:nvSpPr>
        <p:spPr>
          <a:xfrm>
            <a:off x="5805805" y="2548890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-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>14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2792730"/>
            <a:ext cx="241300" cy="3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</p:sp>
      <p:sp>
        <p:nvSpPr>
          <p:cNvPr id="178" name="Text_314"/>
          <p:cNvSpPr/>
          <p:nvPr/>
        </p:nvSpPr>
        <p:spPr>
          <a:xfrm>
            <a:off x="6356985" y="2668270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-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2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2795270"/>
            <a:ext cx="241300" cy="3600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</p:sp>
      <p:sp>
        <p:nvSpPr>
          <p:cNvPr id="183" name="Text_314"/>
          <p:cNvSpPr/>
          <p:nvPr/>
        </p:nvSpPr>
        <p:spPr>
          <a:xfrm>
            <a:off x="6128385" y="2637790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-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>2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业务线月度三线趋势 — 预约 / 签单 / 批核（APE in M，Jan–Mar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永明经代：预约↑持续放量，3月达32.6M，前端动能最强；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BK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业务：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批核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2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峰93.9M为存量集中放款，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3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仍56.9M；同行经代：批核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1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爆发41.8M后断崖收缩，须警惕转化断层；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ICLUB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三线均在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2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形成双峰，脉冲式大单渠道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253.2M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170.9▌81.5▌0.8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124.3M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86.1▌43.1▌1.5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71.7M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50.8▌21.4▌0.0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38.1M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23.7▌15.3▌1.6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18.0M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14.6▌1.8▌0.0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3.9M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2.2▌1.1▌0.6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BK未批核占比高达32%，金额达80.9M，催核优先级最高。合伙转介未批核反超批核（69% vs 29%），漏斗倒置。ICLUB批核占97%，管道几乎清空，需新件补充。IFA全程归零。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350.4M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  65.1%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167.9M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  31.4%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32.2%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32.2%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   0.7%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管道总值522.2M中，批核占67.1%（350.4M）。剩余171.8M（未批167.9M+待签3.9M）若转化可直接推高达成率15%+。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BK业务批核170.9M逼近目标（200M），达成率85.4%。永明经代目标最大（340M）但实际仅86.1M，是最大绝对缺口（253.9M）。合伙转介与IFA批核几乎为零，战略价值存疑。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5.6M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2.3▌3.3▌0.0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184.1M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429件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181.2M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422件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164.5M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347.3M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532件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(347.3M)高于预约(184.1M)，反映跨周积压存量消化效应。递交→批核转化率达211%，为典型「存量清仓」节奏。W07全线断崖（预约仅2.7M，递交归零），是执行管理最大异常点。W12预约28.1M创Q1单周新高，前端动能显著回升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W05签单爆发（32.3M）主因ICLUB大单；W07全线归零为执行断层；W08批核激增（67M）为存量集中消化；W12预约/签单均达28M+，前端同步发力，为Q2批核奠定良好基础。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W13（2026）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环比−78.7%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环比−38.0%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13.5M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历史最低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167.9M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W13（4月初）预约6.0M/22件，为节后正常低位；签单17.5M/40件仍强劲，递交39.7M/90件创单周新高——大量3月签单件正集中递交；批核13.5M/45件恢复正常。未批核167.9M（242件）是Q2批核的核心转化库存。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142.1M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63.5M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206.6M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178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46.7M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EGA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30.1M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21.2M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17.7M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个人转介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14.2M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宏鑫资产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11.5M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企鹅保险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8.6M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298.9M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364件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114.2M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10.9M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424.1M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541件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KA累计批核298.9M（占全业务332.1M的90.0%），高度集中。民生银行以140.3M批核独占42.2%，是最核心的单一客户，亦是最大集中风险。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3657600"/>
            <a:ext cx="5943600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369417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批核业绩热力矩阵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134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127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122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6254750" y="4434840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254750" y="4434840"/>
            <a:ext cx="76200" cy="29972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6254750" y="4690745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254750" y="4690745"/>
            <a:ext cx="76200" cy="299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50" dirty="0"/>
          </a:p>
        </p:txBody>
      </p:sp>
      <p:sp>
        <p:nvSpPr>
          <p:cNvPr id="221" name="Shape 219"/>
          <p:cNvSpPr/>
          <p:nvPr/>
        </p:nvSpPr>
        <p:spPr>
          <a:xfrm>
            <a:off x="6254750" y="4946650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254750" y="4946650"/>
            <a:ext cx="76200" cy="299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6254750" y="5203190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254750" y="5203190"/>
            <a:ext cx="76200" cy="299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6254750" y="5459095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254750" y="5459095"/>
            <a:ext cx="76200" cy="2997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50" dirty="0"/>
          </a:p>
        </p:txBody>
      </p:sp>
      <p:sp>
        <p:nvSpPr>
          <p:cNvPr id="242" name="Shape 240"/>
          <p:cNvSpPr/>
          <p:nvPr/>
        </p:nvSpPr>
        <p:spPr>
          <a:xfrm>
            <a:off x="6254750" y="5715000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254750" y="5715000"/>
            <a:ext cx="76200" cy="299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6" name="Shape 714"/>
          <p:cNvSpPr/>
          <p:nvPr/>
        </p:nvSpPr>
        <p:spPr>
          <a:xfrm>
            <a:off x="6254750" y="6014720"/>
            <a:ext cx="5659755" cy="2997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6254750" y="6014720"/>
            <a:ext cx="76200" cy="299720"/>
          </a:xfrm>
          <a:prstGeom prst="rect">
            <a:avLst/>
          </a:prstGeom>
          <a:solidFill>
            <a:srgbClr val="A0A0A0"/>
          </a:solidFill>
          <a:ln w="7620">
            <a:solidFill>
              <a:srgbClr val="A0A0A0"/>
            </a:solidFill>
          </a:ln>
        </p:spPr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5" name="Shape 723"/>
          <p:cNvSpPr/>
          <p:nvPr/>
        </p:nvSpPr>
        <p:spPr>
          <a:xfrm>
            <a:off x="6254750" y="6314440"/>
            <a:ext cx="5659755" cy="299720"/>
          </a:xfrm>
          <a:prstGeom prst="rect">
            <a:avLst/>
          </a:prstGeom>
          <a:solidFill>
            <a:srgbClr val="1F3864"/>
          </a:solidFill>
          <a:ln w="7620">
            <a:solidFill>
              <a:srgbClr val="1F3864"/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6254750" y="6314440"/>
            <a:ext cx="76200" cy="299720"/>
          </a:xfrm>
          <a:prstGeom prst="rect">
            <a:avLst/>
          </a:prstGeom>
          <a:solidFill>
            <a:srgbClr val="1F3864"/>
          </a:solidFill>
          <a:ln w="7620">
            <a:solidFill>
              <a:srgbClr val="1F3864"/>
            </a:solidFill>
          </a:ln>
        </p:spPr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482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BK均值73天（P90=122天）是唯一超SLA=60天渠道，且件均APE最高（127.5万），大额件审核慢是主要风险。&gt;90天件58件（10.9%）却占APE总量26.7%，大额单长期滞留影响巨大。ICLUB均值22天，小批量高效。</a:t>
            </a:r>
            <a:endParaRPr lang="en-US" sz="550" dirty="0"/>
          </a:p>
        </p:txBody>
      </p:sp>
      <p:sp>
        <p:nvSpPr>
          <p:cNvPr id="255" name="Shape 252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56" name="Text 253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 周度预约渠道贡献构成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）</a:t>
            </a:r>
            <a:endParaRPr lang="en-US" sz="850" dirty="0"/>
          </a:p>
        </p:txBody>
      </p:sp>
      <p:sp>
        <p:nvSpPr>
          <p:cNvPr id="262" name="Shape 258"/>
          <p:cNvSpPr/>
          <p:nvPr/>
        </p:nvSpPr>
        <p:spPr>
          <a:xfrm>
            <a:off x="6162421" y="54864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3" name="Shape 259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64" name="Text 260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模块B/C — 签单业绩热力矩阵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永明经代是预约基本盘，W12峰值10.4M（28件）创Q1新高，W13仍有3.59M/12件节后持续。ICLUB在W05单周爆发12M后归零，属「脉冲式」大单渠道，连续性差。BK业务W13预约归零（节后），需密切追踪W14回升情况。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永明经代W13签单6.61M/18件，消化3月末积压订单。BK W13签单3.51M/6件（民生2.73M+平安0.78M），稳健延续。W13递交39.7M/90件为单周最高，大量3月末签单件正式进入核保流程——是Q2批核的核心驱动信号。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W08批核爆发（46.88M/30件）创全矩阵APE最高点，W11次之（35.96M/19件），为集中突击核保特征。永明经代批核较均匀，W12仅1.6M/3件，积压件已基本清空。W07全矩阵趋于空白（仅批核10件/7.3M），执行停摆清晰可见。</a:t>
            </a:r>
            <a:endParaRPr lang="en-US" sz="550" dirty="0"/>
          </a:p>
        </p:txBody>
      </p:sp>
      <p:sp>
        <p:nvSpPr>
          <p:cNvPr id="12" name="T7013"/>
          <p:cNvSpPr/>
          <p:nvPr/>
        </p:nvSpPr>
        <p:spPr>
          <a:xfrm>
            <a:off x="182880" y="104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580" dirty="0"/>
          </a:p>
        </p:txBody>
      </p:sp>
      <p:sp>
        <p:nvSpPr>
          <p:cNvPr id="13" name="R7014"/>
          <p:cNvSpPr/>
          <p:nvPr/>
        </p:nvSpPr>
        <p:spPr>
          <a:xfrm>
            <a:off x="691168" y="1042670"/>
            <a:ext cx="390000" cy="290000"/>
          </a:xfrm>
          <a:prstGeom prst="rect">
            <a:avLst/>
          </a:prstGeom>
          <a:solidFill>
            <a:srgbClr val="1F3864">
              <a:alpha val="393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" name="T7015"/>
          <p:cNvSpPr/>
          <p:nvPr/>
        </p:nvSpPr>
        <p:spPr>
          <a:xfrm>
            <a:off x="69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15" name="T7016"/>
          <p:cNvSpPr/>
          <p:nvPr/>
        </p:nvSpPr>
        <p:spPr>
          <a:xfrm>
            <a:off x="69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6" name="R7017"/>
          <p:cNvSpPr/>
          <p:nvPr/>
        </p:nvSpPr>
        <p:spPr>
          <a:xfrm>
            <a:off x="1081168" y="1042670"/>
            <a:ext cx="390000" cy="290000"/>
          </a:xfrm>
          <a:prstGeom prst="rect">
            <a:avLst/>
          </a:prstGeom>
          <a:solidFill>
            <a:srgbClr val="1F3864">
              <a:alpha val="575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" name="T7018"/>
          <p:cNvSpPr/>
          <p:nvPr/>
        </p:nvSpPr>
        <p:spPr>
          <a:xfrm>
            <a:off x="108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18" name="T7019"/>
          <p:cNvSpPr/>
          <p:nvPr/>
        </p:nvSpPr>
        <p:spPr>
          <a:xfrm>
            <a:off x="108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9" name="R7020"/>
          <p:cNvSpPr/>
          <p:nvPr/>
        </p:nvSpPr>
        <p:spPr>
          <a:xfrm>
            <a:off x="1471168" y="1042670"/>
            <a:ext cx="390000" cy="290000"/>
          </a:xfrm>
          <a:prstGeom prst="rect">
            <a:avLst/>
          </a:prstGeom>
          <a:solidFill>
            <a:srgbClr val="1F3864">
              <a:alpha val="778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0" name="T7021"/>
          <p:cNvSpPr/>
          <p:nvPr/>
        </p:nvSpPr>
        <p:spPr>
          <a:xfrm>
            <a:off x="147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6.0M</a:t>
            </a:r>
            <a:endParaRPr lang="zh-CN" sz="570" dirty="0"/>
          </a:p>
        </p:txBody>
      </p:sp>
      <p:sp>
        <p:nvSpPr>
          <p:cNvPr id="21" name="T7022"/>
          <p:cNvSpPr/>
          <p:nvPr/>
        </p:nvSpPr>
        <p:spPr>
          <a:xfrm>
            <a:off x="147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2" name="R7023"/>
          <p:cNvSpPr/>
          <p:nvPr/>
        </p:nvSpPr>
        <p:spPr>
          <a:xfrm>
            <a:off x="1861168" y="1042670"/>
            <a:ext cx="390000" cy="290000"/>
          </a:xfrm>
          <a:prstGeom prst="rect">
            <a:avLst/>
          </a:prstGeom>
          <a:solidFill>
            <a:srgbClr val="1F3864">
              <a:alpha val="33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3" name="T7024"/>
          <p:cNvSpPr/>
          <p:nvPr/>
        </p:nvSpPr>
        <p:spPr>
          <a:xfrm>
            <a:off x="186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24" name="T7025"/>
          <p:cNvSpPr/>
          <p:nvPr/>
        </p:nvSpPr>
        <p:spPr>
          <a:xfrm>
            <a:off x="186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25" name="R7026"/>
          <p:cNvSpPr/>
          <p:nvPr/>
        </p:nvSpPr>
        <p:spPr>
          <a:xfrm>
            <a:off x="2251168" y="1042670"/>
            <a:ext cx="390000" cy="290000"/>
          </a:xfrm>
          <a:prstGeom prst="rect">
            <a:avLst/>
          </a:prstGeom>
          <a:solidFill>
            <a:srgbClr val="1F3864">
              <a:alpha val="59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" name="T7027"/>
          <p:cNvSpPr/>
          <p:nvPr/>
        </p:nvSpPr>
        <p:spPr>
          <a:xfrm>
            <a:off x="225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27" name="T7028"/>
          <p:cNvSpPr/>
          <p:nvPr/>
        </p:nvSpPr>
        <p:spPr>
          <a:xfrm>
            <a:off x="225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8" name="R7029"/>
          <p:cNvSpPr/>
          <p:nvPr/>
        </p:nvSpPr>
        <p:spPr>
          <a:xfrm>
            <a:off x="2641168" y="1042670"/>
            <a:ext cx="390000" cy="290000"/>
          </a:xfrm>
          <a:prstGeom prst="rect">
            <a:avLst/>
          </a:prstGeom>
          <a:solidFill>
            <a:srgbClr val="1F3864">
              <a:alpha val="4701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" name="T7030"/>
          <p:cNvSpPr/>
          <p:nvPr/>
        </p:nvSpPr>
        <p:spPr>
          <a:xfrm>
            <a:off x="264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30" name="T7031"/>
          <p:cNvSpPr/>
          <p:nvPr/>
        </p:nvSpPr>
        <p:spPr>
          <a:xfrm>
            <a:off x="264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31" name="R7032"/>
          <p:cNvSpPr/>
          <p:nvPr/>
        </p:nvSpPr>
        <p:spPr>
          <a:xfrm>
            <a:off x="3031168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" name="R7033"/>
          <p:cNvSpPr/>
          <p:nvPr/>
        </p:nvSpPr>
        <p:spPr>
          <a:xfrm>
            <a:off x="3421168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3" name="R7034"/>
          <p:cNvSpPr/>
          <p:nvPr/>
        </p:nvSpPr>
        <p:spPr>
          <a:xfrm>
            <a:off x="3811168" y="1042670"/>
            <a:ext cx="390000" cy="290000"/>
          </a:xfrm>
          <a:prstGeom prst="rect">
            <a:avLst/>
          </a:prstGeom>
          <a:solidFill>
            <a:srgbClr val="1F3864">
              <a:alpha val="393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4" name="T7035"/>
          <p:cNvSpPr/>
          <p:nvPr/>
        </p:nvSpPr>
        <p:spPr>
          <a:xfrm>
            <a:off x="381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35" name="T7036"/>
          <p:cNvSpPr/>
          <p:nvPr/>
        </p:nvSpPr>
        <p:spPr>
          <a:xfrm>
            <a:off x="381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36" name="R7037"/>
          <p:cNvSpPr/>
          <p:nvPr/>
        </p:nvSpPr>
        <p:spPr>
          <a:xfrm>
            <a:off x="4201168" y="1042670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" name="T7038"/>
          <p:cNvSpPr/>
          <p:nvPr/>
        </p:nvSpPr>
        <p:spPr>
          <a:xfrm>
            <a:off x="420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5.5M</a:t>
            </a:r>
            <a:endParaRPr lang="zh-CN" sz="570" dirty="0"/>
          </a:p>
        </p:txBody>
      </p:sp>
      <p:sp>
        <p:nvSpPr>
          <p:cNvPr id="38" name="T7039"/>
          <p:cNvSpPr/>
          <p:nvPr/>
        </p:nvSpPr>
        <p:spPr>
          <a:xfrm>
            <a:off x="420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39" name="R7040"/>
          <p:cNvSpPr/>
          <p:nvPr/>
        </p:nvSpPr>
        <p:spPr>
          <a:xfrm>
            <a:off x="4591168" y="1042670"/>
            <a:ext cx="390000" cy="290000"/>
          </a:xfrm>
          <a:prstGeom prst="rect">
            <a:avLst/>
          </a:prstGeom>
          <a:solidFill>
            <a:srgbClr val="1F3864">
              <a:alpha val="59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" name="T7041"/>
          <p:cNvSpPr/>
          <p:nvPr/>
        </p:nvSpPr>
        <p:spPr>
          <a:xfrm>
            <a:off x="459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41" name="T7042"/>
          <p:cNvSpPr/>
          <p:nvPr/>
        </p:nvSpPr>
        <p:spPr>
          <a:xfrm>
            <a:off x="459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42" name="R7043"/>
          <p:cNvSpPr/>
          <p:nvPr/>
        </p:nvSpPr>
        <p:spPr>
          <a:xfrm>
            <a:off x="4981168" y="1042670"/>
            <a:ext cx="390000" cy="290000"/>
          </a:xfrm>
          <a:prstGeom prst="rect">
            <a:avLst/>
          </a:prstGeom>
          <a:solidFill>
            <a:srgbClr val="1F3864">
              <a:alpha val="3531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" name="T7044"/>
          <p:cNvSpPr/>
          <p:nvPr/>
        </p:nvSpPr>
        <p:spPr>
          <a:xfrm>
            <a:off x="498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4" name="T7045"/>
          <p:cNvSpPr/>
          <p:nvPr/>
        </p:nvSpPr>
        <p:spPr>
          <a:xfrm>
            <a:off x="498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5" name="T7049"/>
          <p:cNvSpPr/>
          <p:nvPr/>
        </p:nvSpPr>
        <p:spPr>
          <a:xfrm>
            <a:off x="182880" y="133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580" dirty="0"/>
          </a:p>
        </p:txBody>
      </p:sp>
      <p:sp>
        <p:nvSpPr>
          <p:cNvPr id="46" name="R7050"/>
          <p:cNvSpPr/>
          <p:nvPr/>
        </p:nvSpPr>
        <p:spPr>
          <a:xfrm>
            <a:off x="691168" y="1332670"/>
            <a:ext cx="390000" cy="290000"/>
          </a:xfrm>
          <a:prstGeom prst="rect">
            <a:avLst/>
          </a:prstGeom>
          <a:solidFill>
            <a:srgbClr val="1A7A3F">
              <a:alpha val="3176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" name="T7051"/>
          <p:cNvSpPr/>
          <p:nvPr/>
        </p:nvSpPr>
        <p:spPr>
          <a:xfrm>
            <a:off x="69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zh-CN" sz="570" dirty="0"/>
          </a:p>
        </p:txBody>
      </p:sp>
      <p:sp>
        <p:nvSpPr>
          <p:cNvPr id="48" name="T7052"/>
          <p:cNvSpPr/>
          <p:nvPr/>
        </p:nvSpPr>
        <p:spPr>
          <a:xfrm>
            <a:off x="69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49" name="R7053"/>
          <p:cNvSpPr/>
          <p:nvPr/>
        </p:nvSpPr>
        <p:spPr>
          <a:xfrm>
            <a:off x="1081168" y="1332670"/>
            <a:ext cx="390000" cy="290000"/>
          </a:xfrm>
          <a:prstGeom prst="rect">
            <a:avLst/>
          </a:prstGeom>
          <a:solidFill>
            <a:srgbClr val="1A7A3F">
              <a:alpha val="462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" name="T7054"/>
          <p:cNvSpPr/>
          <p:nvPr/>
        </p:nvSpPr>
        <p:spPr>
          <a:xfrm>
            <a:off x="108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5.4M</a:t>
            </a:r>
            <a:endParaRPr lang="zh-CN" sz="570" dirty="0"/>
          </a:p>
        </p:txBody>
      </p:sp>
      <p:sp>
        <p:nvSpPr>
          <p:cNvPr id="51" name="T7055"/>
          <p:cNvSpPr/>
          <p:nvPr/>
        </p:nvSpPr>
        <p:spPr>
          <a:xfrm>
            <a:off x="108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52" name="R7056"/>
          <p:cNvSpPr/>
          <p:nvPr/>
        </p:nvSpPr>
        <p:spPr>
          <a:xfrm>
            <a:off x="1471168" y="1332670"/>
            <a:ext cx="390000" cy="290000"/>
          </a:xfrm>
          <a:prstGeom prst="rect">
            <a:avLst/>
          </a:prstGeom>
          <a:solidFill>
            <a:srgbClr val="1A7A3F">
              <a:alpha val="488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" name="T7057"/>
          <p:cNvSpPr/>
          <p:nvPr/>
        </p:nvSpPr>
        <p:spPr>
          <a:xfrm>
            <a:off x="147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5.9M</a:t>
            </a:r>
            <a:endParaRPr lang="zh-CN" sz="570" dirty="0"/>
          </a:p>
        </p:txBody>
      </p:sp>
      <p:sp>
        <p:nvSpPr>
          <p:cNvPr id="54" name="T7058"/>
          <p:cNvSpPr/>
          <p:nvPr/>
        </p:nvSpPr>
        <p:spPr>
          <a:xfrm>
            <a:off x="147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55" name="R7059"/>
          <p:cNvSpPr/>
          <p:nvPr/>
        </p:nvSpPr>
        <p:spPr>
          <a:xfrm>
            <a:off x="1861168" y="1332670"/>
            <a:ext cx="390000" cy="290000"/>
          </a:xfrm>
          <a:prstGeom prst="rect">
            <a:avLst/>
          </a:prstGeom>
          <a:solidFill>
            <a:srgbClr val="1A7A3F">
              <a:alpha val="4119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" name="T7060"/>
          <p:cNvSpPr/>
          <p:nvPr/>
        </p:nvSpPr>
        <p:spPr>
          <a:xfrm>
            <a:off x="186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57" name="T7061"/>
          <p:cNvSpPr/>
          <p:nvPr/>
        </p:nvSpPr>
        <p:spPr>
          <a:xfrm>
            <a:off x="186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58" name="R7062"/>
          <p:cNvSpPr/>
          <p:nvPr/>
        </p:nvSpPr>
        <p:spPr>
          <a:xfrm>
            <a:off x="2251168" y="1332670"/>
            <a:ext cx="390000" cy="290000"/>
          </a:xfrm>
          <a:prstGeom prst="rect">
            <a:avLst/>
          </a:prstGeom>
          <a:solidFill>
            <a:srgbClr val="1A7A3F">
              <a:alpha val="505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" name="T7063"/>
          <p:cNvSpPr/>
          <p:nvPr/>
        </p:nvSpPr>
        <p:spPr>
          <a:xfrm>
            <a:off x="225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6.2M</a:t>
            </a:r>
            <a:endParaRPr lang="zh-CN" sz="570" dirty="0"/>
          </a:p>
        </p:txBody>
      </p:sp>
      <p:sp>
        <p:nvSpPr>
          <p:cNvPr id="60" name="T7064"/>
          <p:cNvSpPr/>
          <p:nvPr/>
        </p:nvSpPr>
        <p:spPr>
          <a:xfrm>
            <a:off x="225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61" name="R7065"/>
          <p:cNvSpPr/>
          <p:nvPr/>
        </p:nvSpPr>
        <p:spPr>
          <a:xfrm>
            <a:off x="2641168" y="1332670"/>
            <a:ext cx="390000" cy="290000"/>
          </a:xfrm>
          <a:prstGeom prst="rect">
            <a:avLst/>
          </a:prstGeom>
          <a:solidFill>
            <a:srgbClr val="1A7A3F">
              <a:alpha val="631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" name="T7066"/>
          <p:cNvSpPr/>
          <p:nvPr/>
        </p:nvSpPr>
        <p:spPr>
          <a:xfrm>
            <a:off x="264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8.4M</a:t>
            </a:r>
            <a:endParaRPr lang="zh-CN" sz="570" dirty="0"/>
          </a:p>
        </p:txBody>
      </p:sp>
      <p:sp>
        <p:nvSpPr>
          <p:cNvPr id="63" name="T7067"/>
          <p:cNvSpPr/>
          <p:nvPr/>
        </p:nvSpPr>
        <p:spPr>
          <a:xfrm>
            <a:off x="264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22件</a:t>
            </a:r>
            <a:endParaRPr lang="zh-CN" sz="500" dirty="0"/>
          </a:p>
        </p:txBody>
      </p:sp>
      <p:sp>
        <p:nvSpPr>
          <p:cNvPr id="64" name="R7068"/>
          <p:cNvSpPr/>
          <p:nvPr/>
        </p:nvSpPr>
        <p:spPr>
          <a:xfrm>
            <a:off x="3031168" y="1332670"/>
            <a:ext cx="390000" cy="290000"/>
          </a:xfrm>
          <a:prstGeom prst="rect">
            <a:avLst/>
          </a:prstGeom>
          <a:solidFill>
            <a:srgbClr val="1A7A3F">
              <a:alpha val="2530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" name="T7069"/>
          <p:cNvSpPr/>
          <p:nvPr/>
        </p:nvSpPr>
        <p:spPr>
          <a:xfrm>
            <a:off x="303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6" name="T7070"/>
          <p:cNvSpPr/>
          <p:nvPr/>
        </p:nvSpPr>
        <p:spPr>
          <a:xfrm>
            <a:off x="303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67" name="R7071"/>
          <p:cNvSpPr/>
          <p:nvPr/>
        </p:nvSpPr>
        <p:spPr>
          <a:xfrm>
            <a:off x="3421168" y="1332670"/>
            <a:ext cx="390000" cy="290000"/>
          </a:xfrm>
          <a:prstGeom prst="rect">
            <a:avLst/>
          </a:prstGeom>
          <a:solidFill>
            <a:srgbClr val="1A7A3F">
              <a:alpha val="4848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" name="T7072"/>
          <p:cNvSpPr/>
          <p:nvPr/>
        </p:nvSpPr>
        <p:spPr>
          <a:xfrm>
            <a:off x="342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69" name="T7073"/>
          <p:cNvSpPr/>
          <p:nvPr/>
        </p:nvSpPr>
        <p:spPr>
          <a:xfrm>
            <a:off x="342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70" name="R7074"/>
          <p:cNvSpPr/>
          <p:nvPr/>
        </p:nvSpPr>
        <p:spPr>
          <a:xfrm>
            <a:off x="3811168" y="1332670"/>
            <a:ext cx="390000" cy="290000"/>
          </a:xfrm>
          <a:prstGeom prst="rect">
            <a:avLst/>
          </a:prstGeom>
          <a:solidFill>
            <a:srgbClr val="1A7A3F">
              <a:alpha val="3247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1" name="T7075"/>
          <p:cNvSpPr/>
          <p:nvPr/>
        </p:nvSpPr>
        <p:spPr>
          <a:xfrm>
            <a:off x="381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zh-CN" sz="570" dirty="0"/>
          </a:p>
        </p:txBody>
      </p:sp>
      <p:sp>
        <p:nvSpPr>
          <p:cNvPr id="72" name="T7076"/>
          <p:cNvSpPr/>
          <p:nvPr/>
        </p:nvSpPr>
        <p:spPr>
          <a:xfrm>
            <a:off x="381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73" name="R7077"/>
          <p:cNvSpPr/>
          <p:nvPr/>
        </p:nvSpPr>
        <p:spPr>
          <a:xfrm>
            <a:off x="4201168" y="1332670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" name="T7078"/>
          <p:cNvSpPr/>
          <p:nvPr/>
        </p:nvSpPr>
        <p:spPr>
          <a:xfrm>
            <a:off x="420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11.3M</a:t>
            </a:r>
            <a:endParaRPr lang="zh-CN" sz="570" dirty="0"/>
          </a:p>
        </p:txBody>
      </p:sp>
      <p:sp>
        <p:nvSpPr>
          <p:cNvPr id="75" name="T7079"/>
          <p:cNvSpPr/>
          <p:nvPr/>
        </p:nvSpPr>
        <p:spPr>
          <a:xfrm>
            <a:off x="420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76" name="R7080"/>
          <p:cNvSpPr/>
          <p:nvPr/>
        </p:nvSpPr>
        <p:spPr>
          <a:xfrm>
            <a:off x="4591168" y="1332670"/>
            <a:ext cx="390000" cy="290000"/>
          </a:xfrm>
          <a:prstGeom prst="rect">
            <a:avLst/>
          </a:prstGeom>
          <a:solidFill>
            <a:srgbClr val="1A7A3F">
              <a:alpha val="75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" name="T7081"/>
          <p:cNvSpPr/>
          <p:nvPr/>
        </p:nvSpPr>
        <p:spPr>
          <a:xfrm>
            <a:off x="459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zh-CN" sz="570" dirty="0"/>
          </a:p>
        </p:txBody>
      </p:sp>
      <p:sp>
        <p:nvSpPr>
          <p:cNvPr id="78" name="T7082"/>
          <p:cNvSpPr/>
          <p:nvPr/>
        </p:nvSpPr>
        <p:spPr>
          <a:xfrm>
            <a:off x="459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</a:t>
            </a:r>
            <a:endParaRPr lang="zh-CN" sz="500" dirty="0"/>
          </a:p>
        </p:txBody>
      </p:sp>
      <p:sp>
        <p:nvSpPr>
          <p:cNvPr id="79" name="R7083"/>
          <p:cNvSpPr/>
          <p:nvPr/>
        </p:nvSpPr>
        <p:spPr>
          <a:xfrm>
            <a:off x="4981168" y="1332670"/>
            <a:ext cx="390000" cy="290000"/>
          </a:xfrm>
          <a:prstGeom prst="rect">
            <a:avLst/>
          </a:prstGeom>
          <a:solidFill>
            <a:srgbClr val="1A7A3F">
              <a:alpha val="5932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" name="T7084"/>
          <p:cNvSpPr/>
          <p:nvPr/>
        </p:nvSpPr>
        <p:spPr>
          <a:xfrm>
            <a:off x="498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10.4M</a:t>
            </a:r>
            <a:endParaRPr lang="zh-CN" sz="570" dirty="0"/>
          </a:p>
        </p:txBody>
      </p:sp>
      <p:sp>
        <p:nvSpPr>
          <p:cNvPr id="81" name="T7085"/>
          <p:cNvSpPr/>
          <p:nvPr/>
        </p:nvSpPr>
        <p:spPr>
          <a:xfrm>
            <a:off x="498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28件</a:t>
            </a:r>
            <a:endParaRPr lang="zh-CN" sz="500" dirty="0"/>
          </a:p>
        </p:txBody>
      </p:sp>
      <p:sp>
        <p:nvSpPr>
          <p:cNvPr id="82" name="R7086"/>
          <p:cNvSpPr/>
          <p:nvPr/>
        </p:nvSpPr>
        <p:spPr>
          <a:xfrm>
            <a:off x="5371168" y="133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" name="T7087"/>
          <p:cNvSpPr/>
          <p:nvPr/>
        </p:nvSpPr>
        <p:spPr>
          <a:xfrm>
            <a:off x="537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zh-CN" sz="570" dirty="0"/>
          </a:p>
        </p:txBody>
      </p:sp>
      <p:sp>
        <p:nvSpPr>
          <p:cNvPr id="84" name="T7088"/>
          <p:cNvSpPr/>
          <p:nvPr/>
        </p:nvSpPr>
        <p:spPr>
          <a:xfrm>
            <a:off x="537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85" name="T7089"/>
          <p:cNvSpPr/>
          <p:nvPr/>
        </p:nvSpPr>
        <p:spPr>
          <a:xfrm>
            <a:off x="182880" y="162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580" dirty="0"/>
          </a:p>
        </p:txBody>
      </p:sp>
      <p:sp>
        <p:nvSpPr>
          <p:cNvPr id="86" name="R7090"/>
          <p:cNvSpPr/>
          <p:nvPr/>
        </p:nvSpPr>
        <p:spPr>
          <a:xfrm>
            <a:off x="691168" y="1622670"/>
            <a:ext cx="390000" cy="290000"/>
          </a:xfrm>
          <a:prstGeom prst="rect">
            <a:avLst/>
          </a:prstGeom>
          <a:solidFill>
            <a:srgbClr val="2980B9">
              <a:alpha val="1652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" name="T7091"/>
          <p:cNvSpPr/>
          <p:nvPr/>
        </p:nvSpPr>
        <p:spPr>
          <a:xfrm>
            <a:off x="69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8" name="T7092"/>
          <p:cNvSpPr/>
          <p:nvPr/>
        </p:nvSpPr>
        <p:spPr>
          <a:xfrm>
            <a:off x="69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9" name="R7093"/>
          <p:cNvSpPr/>
          <p:nvPr/>
        </p:nvSpPr>
        <p:spPr>
          <a:xfrm>
            <a:off x="1081168" y="1622670"/>
            <a:ext cx="390000" cy="290000"/>
          </a:xfrm>
          <a:prstGeom prst="rect">
            <a:avLst/>
          </a:prstGeom>
          <a:solidFill>
            <a:srgbClr val="2980B9">
              <a:alpha val="264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" name="T7094"/>
          <p:cNvSpPr/>
          <p:nvPr/>
        </p:nvSpPr>
        <p:spPr>
          <a:xfrm>
            <a:off x="108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dirty="0"/>
          </a:p>
        </p:txBody>
      </p:sp>
      <p:sp>
        <p:nvSpPr>
          <p:cNvPr id="91" name="T7095"/>
          <p:cNvSpPr/>
          <p:nvPr/>
        </p:nvSpPr>
        <p:spPr>
          <a:xfrm>
            <a:off x="108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92" name="R7096"/>
          <p:cNvSpPr/>
          <p:nvPr/>
        </p:nvSpPr>
        <p:spPr>
          <a:xfrm>
            <a:off x="1471168" y="1622670"/>
            <a:ext cx="390000" cy="290000"/>
          </a:xfrm>
          <a:prstGeom prst="rect">
            <a:avLst/>
          </a:prstGeom>
          <a:solidFill>
            <a:srgbClr val="2980B9">
              <a:alpha val="413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3" name="T7097"/>
          <p:cNvSpPr/>
          <p:nvPr/>
        </p:nvSpPr>
        <p:spPr>
          <a:xfrm>
            <a:off x="147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94" name="T7098"/>
          <p:cNvSpPr/>
          <p:nvPr/>
        </p:nvSpPr>
        <p:spPr>
          <a:xfrm>
            <a:off x="147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95" name="R7099"/>
          <p:cNvSpPr/>
          <p:nvPr/>
        </p:nvSpPr>
        <p:spPr>
          <a:xfrm>
            <a:off x="1861168" y="1622670"/>
            <a:ext cx="390000" cy="290000"/>
          </a:xfrm>
          <a:prstGeom prst="rect">
            <a:avLst/>
          </a:prstGeom>
          <a:solidFill>
            <a:srgbClr val="2980B9">
              <a:alpha val="3880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6" name="T7100"/>
          <p:cNvSpPr/>
          <p:nvPr/>
        </p:nvSpPr>
        <p:spPr>
          <a:xfrm>
            <a:off x="186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97" name="T7101"/>
          <p:cNvSpPr/>
          <p:nvPr/>
        </p:nvSpPr>
        <p:spPr>
          <a:xfrm>
            <a:off x="186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98" name="R7102"/>
          <p:cNvSpPr/>
          <p:nvPr/>
        </p:nvSpPr>
        <p:spPr>
          <a:xfrm>
            <a:off x="2251168" y="1622670"/>
            <a:ext cx="390000" cy="290000"/>
          </a:xfrm>
          <a:prstGeom prst="rect">
            <a:avLst/>
          </a:prstGeom>
          <a:solidFill>
            <a:srgbClr val="2980B9">
              <a:alpha val="671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9" name="T7103"/>
          <p:cNvSpPr/>
          <p:nvPr/>
        </p:nvSpPr>
        <p:spPr>
          <a:xfrm>
            <a:off x="225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5.3M</a:t>
            </a:r>
            <a:endParaRPr lang="zh-CN" sz="570" dirty="0"/>
          </a:p>
        </p:txBody>
      </p:sp>
      <p:sp>
        <p:nvSpPr>
          <p:cNvPr id="100" name="T7104"/>
          <p:cNvSpPr/>
          <p:nvPr/>
        </p:nvSpPr>
        <p:spPr>
          <a:xfrm>
            <a:off x="225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01" name="R7105"/>
          <p:cNvSpPr/>
          <p:nvPr/>
        </p:nvSpPr>
        <p:spPr>
          <a:xfrm>
            <a:off x="2641168" y="1622670"/>
            <a:ext cx="390000" cy="290000"/>
          </a:xfrm>
          <a:prstGeom prst="rect">
            <a:avLst/>
          </a:prstGeom>
          <a:solidFill>
            <a:srgbClr val="2980B9">
              <a:alpha val="5429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2" name="T7106"/>
          <p:cNvSpPr/>
          <p:nvPr/>
        </p:nvSpPr>
        <p:spPr>
          <a:xfrm>
            <a:off x="264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103" name="T7107"/>
          <p:cNvSpPr/>
          <p:nvPr/>
        </p:nvSpPr>
        <p:spPr>
          <a:xfrm>
            <a:off x="264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104" name="R7108"/>
          <p:cNvSpPr/>
          <p:nvPr/>
        </p:nvSpPr>
        <p:spPr>
          <a:xfrm>
            <a:off x="3031168" y="1622670"/>
            <a:ext cx="390000" cy="290000"/>
          </a:xfrm>
          <a:prstGeom prst="rect">
            <a:avLst/>
          </a:prstGeom>
          <a:solidFill>
            <a:srgbClr val="2980B9">
              <a:alpha val="2110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5" name="T7109"/>
          <p:cNvSpPr/>
          <p:nvPr/>
        </p:nvSpPr>
        <p:spPr>
          <a:xfrm>
            <a:off x="303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106" name="T7110"/>
          <p:cNvSpPr/>
          <p:nvPr/>
        </p:nvSpPr>
        <p:spPr>
          <a:xfrm>
            <a:off x="303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07" name="R7111"/>
          <p:cNvSpPr/>
          <p:nvPr/>
        </p:nvSpPr>
        <p:spPr>
          <a:xfrm>
            <a:off x="3421168" y="1622670"/>
            <a:ext cx="390000" cy="290000"/>
          </a:xfrm>
          <a:prstGeom prst="rect">
            <a:avLst/>
          </a:prstGeom>
          <a:solidFill>
            <a:srgbClr val="2980B9">
              <a:alpha val="188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8" name="T7112"/>
          <p:cNvSpPr/>
          <p:nvPr/>
        </p:nvSpPr>
        <p:spPr>
          <a:xfrm>
            <a:off x="342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109" name="T7113"/>
          <p:cNvSpPr/>
          <p:nvPr/>
        </p:nvSpPr>
        <p:spPr>
          <a:xfrm>
            <a:off x="342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10" name="R7114"/>
          <p:cNvSpPr/>
          <p:nvPr/>
        </p:nvSpPr>
        <p:spPr>
          <a:xfrm>
            <a:off x="3811168" y="1622670"/>
            <a:ext cx="390000" cy="290000"/>
          </a:xfrm>
          <a:prstGeom prst="rect">
            <a:avLst/>
          </a:prstGeom>
          <a:solidFill>
            <a:srgbClr val="2980B9">
              <a:alpha val="162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1" name="T7115"/>
          <p:cNvSpPr/>
          <p:nvPr/>
        </p:nvSpPr>
        <p:spPr>
          <a:xfrm>
            <a:off x="381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112" name="T7116"/>
          <p:cNvSpPr/>
          <p:nvPr/>
        </p:nvSpPr>
        <p:spPr>
          <a:xfrm>
            <a:off x="381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13" name="R7117"/>
          <p:cNvSpPr/>
          <p:nvPr/>
        </p:nvSpPr>
        <p:spPr>
          <a:xfrm>
            <a:off x="4201168" y="1622670"/>
            <a:ext cx="390000" cy="290000"/>
          </a:xfrm>
          <a:prstGeom prst="rect">
            <a:avLst/>
          </a:prstGeom>
          <a:solidFill>
            <a:srgbClr val="2980B9">
              <a:alpha val="2586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4" name="T7118"/>
          <p:cNvSpPr/>
          <p:nvPr/>
        </p:nvSpPr>
        <p:spPr>
          <a:xfrm>
            <a:off x="420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115" name="T7119"/>
          <p:cNvSpPr/>
          <p:nvPr/>
        </p:nvSpPr>
        <p:spPr>
          <a:xfrm>
            <a:off x="420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16" name="R7120"/>
          <p:cNvSpPr/>
          <p:nvPr/>
        </p:nvSpPr>
        <p:spPr>
          <a:xfrm>
            <a:off x="4591168" y="1622670"/>
            <a:ext cx="390000" cy="290000"/>
          </a:xfrm>
          <a:prstGeom prst="rect">
            <a:avLst/>
          </a:prstGeom>
          <a:solidFill>
            <a:srgbClr val="2980B9">
              <a:alpha val="5509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7" name="T7121"/>
          <p:cNvSpPr/>
          <p:nvPr/>
        </p:nvSpPr>
        <p:spPr>
          <a:xfrm>
            <a:off x="459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118" name="T7122"/>
          <p:cNvSpPr/>
          <p:nvPr/>
        </p:nvSpPr>
        <p:spPr>
          <a:xfrm>
            <a:off x="459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19" name="R7123"/>
          <p:cNvSpPr/>
          <p:nvPr/>
        </p:nvSpPr>
        <p:spPr>
          <a:xfrm>
            <a:off x="4981168" y="1622670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0" name="T7124"/>
          <p:cNvSpPr/>
          <p:nvPr/>
        </p:nvSpPr>
        <p:spPr>
          <a:xfrm>
            <a:off x="498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6.6M</a:t>
            </a:r>
            <a:endParaRPr lang="zh-CN" sz="570" dirty="0"/>
          </a:p>
        </p:txBody>
      </p:sp>
      <p:sp>
        <p:nvSpPr>
          <p:cNvPr id="121" name="T7125"/>
          <p:cNvSpPr/>
          <p:nvPr/>
        </p:nvSpPr>
        <p:spPr>
          <a:xfrm>
            <a:off x="498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122" name="R7126"/>
          <p:cNvSpPr/>
          <p:nvPr/>
        </p:nvSpPr>
        <p:spPr>
          <a:xfrm>
            <a:off x="5371168" y="162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3" name="T7127"/>
          <p:cNvSpPr/>
          <p:nvPr/>
        </p:nvSpPr>
        <p:spPr>
          <a:xfrm>
            <a:off x="537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124" name="T7128"/>
          <p:cNvSpPr/>
          <p:nvPr/>
        </p:nvSpPr>
        <p:spPr>
          <a:xfrm>
            <a:off x="537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125" name="T7129"/>
          <p:cNvSpPr/>
          <p:nvPr/>
        </p:nvSpPr>
        <p:spPr>
          <a:xfrm>
            <a:off x="182880" y="191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580" dirty="0"/>
          </a:p>
        </p:txBody>
      </p:sp>
      <p:sp>
        <p:nvSpPr>
          <p:cNvPr id="126" name="R7130"/>
          <p:cNvSpPr/>
          <p:nvPr/>
        </p:nvSpPr>
        <p:spPr>
          <a:xfrm>
            <a:off x="691168" y="1912670"/>
            <a:ext cx="390000" cy="290000"/>
          </a:xfrm>
          <a:prstGeom prst="rect">
            <a:avLst/>
          </a:prstGeom>
          <a:solidFill>
            <a:srgbClr val="E67E22">
              <a:alpha val="184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7" name="T7131"/>
          <p:cNvSpPr/>
          <p:nvPr/>
        </p:nvSpPr>
        <p:spPr>
          <a:xfrm>
            <a:off x="69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128" name="T7132"/>
          <p:cNvSpPr/>
          <p:nvPr/>
        </p:nvSpPr>
        <p:spPr>
          <a:xfrm>
            <a:off x="69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29" name="R7133"/>
          <p:cNvSpPr/>
          <p:nvPr/>
        </p:nvSpPr>
        <p:spPr>
          <a:xfrm>
            <a:off x="1081168" y="1912670"/>
            <a:ext cx="390000" cy="290000"/>
          </a:xfrm>
          <a:prstGeom prst="rect">
            <a:avLst/>
          </a:prstGeom>
          <a:solidFill>
            <a:srgbClr val="E67E22">
              <a:alpha val="289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0" name="T7134"/>
          <p:cNvSpPr/>
          <p:nvPr/>
        </p:nvSpPr>
        <p:spPr>
          <a:xfrm>
            <a:off x="108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31" name="T7135"/>
          <p:cNvSpPr/>
          <p:nvPr/>
        </p:nvSpPr>
        <p:spPr>
          <a:xfrm>
            <a:off x="108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32" name="R7136"/>
          <p:cNvSpPr/>
          <p:nvPr/>
        </p:nvSpPr>
        <p:spPr>
          <a:xfrm>
            <a:off x="1471168" y="1912670"/>
            <a:ext cx="390000" cy="290000"/>
          </a:xfrm>
          <a:prstGeom prst="rect">
            <a:avLst/>
          </a:prstGeom>
          <a:solidFill>
            <a:srgbClr val="E67E22">
              <a:alpha val="730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3" name="T7137"/>
          <p:cNvSpPr/>
          <p:nvPr/>
        </p:nvSpPr>
        <p:spPr>
          <a:xfrm>
            <a:off x="147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134" name="T7138"/>
          <p:cNvSpPr/>
          <p:nvPr/>
        </p:nvSpPr>
        <p:spPr>
          <a:xfrm>
            <a:off x="147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35" name="R7139"/>
          <p:cNvSpPr/>
          <p:nvPr/>
        </p:nvSpPr>
        <p:spPr>
          <a:xfrm>
            <a:off x="1861168" y="1912670"/>
            <a:ext cx="390000" cy="290000"/>
          </a:xfrm>
          <a:prstGeom prst="rect">
            <a:avLst/>
          </a:prstGeom>
          <a:solidFill>
            <a:srgbClr val="E67E22">
              <a:alpha val="298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6" name="T7140"/>
          <p:cNvSpPr/>
          <p:nvPr/>
        </p:nvSpPr>
        <p:spPr>
          <a:xfrm>
            <a:off x="186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137" name="T7141"/>
          <p:cNvSpPr/>
          <p:nvPr/>
        </p:nvSpPr>
        <p:spPr>
          <a:xfrm>
            <a:off x="186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38" name="R7142"/>
          <p:cNvSpPr/>
          <p:nvPr/>
        </p:nvSpPr>
        <p:spPr>
          <a:xfrm>
            <a:off x="2251168" y="1912670"/>
            <a:ext cx="390000" cy="290000"/>
          </a:xfrm>
          <a:prstGeom prst="rect">
            <a:avLst/>
          </a:prstGeom>
          <a:solidFill>
            <a:srgbClr val="E67E22">
              <a:alpha val="2639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9" name="T7143"/>
          <p:cNvSpPr/>
          <p:nvPr/>
        </p:nvSpPr>
        <p:spPr>
          <a:xfrm>
            <a:off x="225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140" name="T7144"/>
          <p:cNvSpPr/>
          <p:nvPr/>
        </p:nvSpPr>
        <p:spPr>
          <a:xfrm>
            <a:off x="225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41" name="R7145"/>
          <p:cNvSpPr/>
          <p:nvPr/>
        </p:nvSpPr>
        <p:spPr>
          <a:xfrm>
            <a:off x="2641168" y="1912670"/>
            <a:ext cx="390000" cy="290000"/>
          </a:xfrm>
          <a:prstGeom prst="rect">
            <a:avLst/>
          </a:prstGeom>
          <a:solidFill>
            <a:srgbClr val="E67E22">
              <a:alpha val="2673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2" name="T7146"/>
          <p:cNvSpPr/>
          <p:nvPr/>
        </p:nvSpPr>
        <p:spPr>
          <a:xfrm>
            <a:off x="264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143" name="T7147"/>
          <p:cNvSpPr/>
          <p:nvPr/>
        </p:nvSpPr>
        <p:spPr>
          <a:xfrm>
            <a:off x="264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44" name="R7148"/>
          <p:cNvSpPr/>
          <p:nvPr/>
        </p:nvSpPr>
        <p:spPr>
          <a:xfrm>
            <a:off x="3031168" y="1912670"/>
            <a:ext cx="390000" cy="290000"/>
          </a:xfrm>
          <a:prstGeom prst="rect">
            <a:avLst/>
          </a:prstGeom>
          <a:solidFill>
            <a:srgbClr val="E67E22">
              <a:alpha val="195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5" name="T7149"/>
          <p:cNvSpPr/>
          <p:nvPr/>
        </p:nvSpPr>
        <p:spPr>
          <a:xfrm>
            <a:off x="303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zh-CN" sz="570" dirty="0"/>
          </a:p>
        </p:txBody>
      </p:sp>
      <p:sp>
        <p:nvSpPr>
          <p:cNvPr id="146" name="T7150"/>
          <p:cNvSpPr/>
          <p:nvPr/>
        </p:nvSpPr>
        <p:spPr>
          <a:xfrm>
            <a:off x="303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47" name="R7151"/>
          <p:cNvSpPr/>
          <p:nvPr/>
        </p:nvSpPr>
        <p:spPr>
          <a:xfrm>
            <a:off x="3421168" y="1912670"/>
            <a:ext cx="390000" cy="290000"/>
          </a:xfrm>
          <a:prstGeom prst="rect">
            <a:avLst/>
          </a:prstGeom>
          <a:solidFill>
            <a:srgbClr val="E67E22">
              <a:alpha val="230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8" name="T7152"/>
          <p:cNvSpPr/>
          <p:nvPr/>
        </p:nvSpPr>
        <p:spPr>
          <a:xfrm>
            <a:off x="342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149" name="T7153"/>
          <p:cNvSpPr/>
          <p:nvPr/>
        </p:nvSpPr>
        <p:spPr>
          <a:xfrm>
            <a:off x="342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50" name="R7154"/>
          <p:cNvSpPr/>
          <p:nvPr/>
        </p:nvSpPr>
        <p:spPr>
          <a:xfrm>
            <a:off x="3811168" y="1912670"/>
            <a:ext cx="390000" cy="290000"/>
          </a:xfrm>
          <a:prstGeom prst="rect">
            <a:avLst/>
          </a:prstGeom>
          <a:solidFill>
            <a:srgbClr val="E67E22">
              <a:alpha val="201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1" name="T7155"/>
          <p:cNvSpPr/>
          <p:nvPr/>
        </p:nvSpPr>
        <p:spPr>
          <a:xfrm>
            <a:off x="381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zh-CN" sz="570" dirty="0"/>
          </a:p>
        </p:txBody>
      </p:sp>
      <p:sp>
        <p:nvSpPr>
          <p:cNvPr id="152" name="T7156"/>
          <p:cNvSpPr/>
          <p:nvPr/>
        </p:nvSpPr>
        <p:spPr>
          <a:xfrm>
            <a:off x="381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53" name="R7157"/>
          <p:cNvSpPr/>
          <p:nvPr/>
        </p:nvSpPr>
        <p:spPr>
          <a:xfrm>
            <a:off x="4201168" y="1912670"/>
            <a:ext cx="390000" cy="290000"/>
          </a:xfrm>
          <a:prstGeom prst="rect">
            <a:avLst/>
          </a:prstGeom>
          <a:solidFill>
            <a:srgbClr val="E67E22">
              <a:alpha val="2927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4" name="T7158"/>
          <p:cNvSpPr/>
          <p:nvPr/>
        </p:nvSpPr>
        <p:spPr>
          <a:xfrm>
            <a:off x="420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155" name="T7159"/>
          <p:cNvSpPr/>
          <p:nvPr/>
        </p:nvSpPr>
        <p:spPr>
          <a:xfrm>
            <a:off x="420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56" name="R7160"/>
          <p:cNvSpPr/>
          <p:nvPr/>
        </p:nvSpPr>
        <p:spPr>
          <a:xfrm>
            <a:off x="4591168" y="1912670"/>
            <a:ext cx="390000" cy="290000"/>
          </a:xfrm>
          <a:prstGeom prst="rect">
            <a:avLst/>
          </a:prstGeom>
          <a:solidFill>
            <a:srgbClr val="E67E22">
              <a:alpha val="246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7" name="T7161"/>
          <p:cNvSpPr/>
          <p:nvPr/>
        </p:nvSpPr>
        <p:spPr>
          <a:xfrm>
            <a:off x="459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158" name="T7162"/>
          <p:cNvSpPr/>
          <p:nvPr/>
        </p:nvSpPr>
        <p:spPr>
          <a:xfrm>
            <a:off x="459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59" name="R7163"/>
          <p:cNvSpPr/>
          <p:nvPr/>
        </p:nvSpPr>
        <p:spPr>
          <a:xfrm>
            <a:off x="4981168" y="1912670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0" name="T7164"/>
          <p:cNvSpPr/>
          <p:nvPr/>
        </p:nvSpPr>
        <p:spPr>
          <a:xfrm>
            <a:off x="498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161" name="T7165"/>
          <p:cNvSpPr/>
          <p:nvPr/>
        </p:nvSpPr>
        <p:spPr>
          <a:xfrm>
            <a:off x="498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162" name="T7169"/>
          <p:cNvSpPr/>
          <p:nvPr/>
        </p:nvSpPr>
        <p:spPr>
          <a:xfrm>
            <a:off x="182880" y="220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580" dirty="0"/>
          </a:p>
        </p:txBody>
      </p:sp>
      <p:sp>
        <p:nvSpPr>
          <p:cNvPr id="163" name="R7170"/>
          <p:cNvSpPr/>
          <p:nvPr/>
        </p:nvSpPr>
        <p:spPr>
          <a:xfrm>
            <a:off x="69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4" name="R7171"/>
          <p:cNvSpPr/>
          <p:nvPr/>
        </p:nvSpPr>
        <p:spPr>
          <a:xfrm>
            <a:off x="1081168" y="2202670"/>
            <a:ext cx="390000" cy="290000"/>
          </a:xfrm>
          <a:prstGeom prst="rect">
            <a:avLst/>
          </a:prstGeom>
          <a:solidFill>
            <a:srgbClr val="8E44AD">
              <a:alpha val="2794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5" name="T7172"/>
          <p:cNvSpPr/>
          <p:nvPr/>
        </p:nvSpPr>
        <p:spPr>
          <a:xfrm>
            <a:off x="108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166" name="T7173"/>
          <p:cNvSpPr/>
          <p:nvPr/>
        </p:nvSpPr>
        <p:spPr>
          <a:xfrm>
            <a:off x="108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67" name="R7174"/>
          <p:cNvSpPr/>
          <p:nvPr/>
        </p:nvSpPr>
        <p:spPr>
          <a:xfrm>
            <a:off x="147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8" name="R7175"/>
          <p:cNvSpPr/>
          <p:nvPr/>
        </p:nvSpPr>
        <p:spPr>
          <a:xfrm>
            <a:off x="186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9" name="R7176"/>
          <p:cNvSpPr/>
          <p:nvPr/>
        </p:nvSpPr>
        <p:spPr>
          <a:xfrm>
            <a:off x="2251168" y="2202670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0" name="T7177"/>
          <p:cNvSpPr/>
          <p:nvPr/>
        </p:nvSpPr>
        <p:spPr>
          <a:xfrm>
            <a:off x="225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171" name="T7178"/>
          <p:cNvSpPr/>
          <p:nvPr/>
        </p:nvSpPr>
        <p:spPr>
          <a:xfrm>
            <a:off x="225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2" name="R7179"/>
          <p:cNvSpPr/>
          <p:nvPr/>
        </p:nvSpPr>
        <p:spPr>
          <a:xfrm>
            <a:off x="2641168" y="2202670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3" name="T7180"/>
          <p:cNvSpPr/>
          <p:nvPr/>
        </p:nvSpPr>
        <p:spPr>
          <a:xfrm>
            <a:off x="264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174" name="T7181"/>
          <p:cNvSpPr/>
          <p:nvPr/>
        </p:nvSpPr>
        <p:spPr>
          <a:xfrm>
            <a:off x="264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5" name="R7182"/>
          <p:cNvSpPr/>
          <p:nvPr/>
        </p:nvSpPr>
        <p:spPr>
          <a:xfrm>
            <a:off x="303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6" name="R7183"/>
          <p:cNvSpPr/>
          <p:nvPr/>
        </p:nvSpPr>
        <p:spPr>
          <a:xfrm>
            <a:off x="342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7" name="R7184"/>
          <p:cNvSpPr/>
          <p:nvPr/>
        </p:nvSpPr>
        <p:spPr>
          <a:xfrm>
            <a:off x="381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8" name="R7185"/>
          <p:cNvSpPr/>
          <p:nvPr/>
        </p:nvSpPr>
        <p:spPr>
          <a:xfrm>
            <a:off x="420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9" name="R7186"/>
          <p:cNvSpPr/>
          <p:nvPr/>
        </p:nvSpPr>
        <p:spPr>
          <a:xfrm>
            <a:off x="459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0" name="R7187"/>
          <p:cNvSpPr/>
          <p:nvPr/>
        </p:nvSpPr>
        <p:spPr>
          <a:xfrm>
            <a:off x="4981168" y="2202670"/>
            <a:ext cx="390000" cy="290000"/>
          </a:xfrm>
          <a:prstGeom prst="rect">
            <a:avLst/>
          </a:prstGeom>
          <a:solidFill>
            <a:srgbClr val="8E44AD">
              <a:alpha val="334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1" name="T7188"/>
          <p:cNvSpPr/>
          <p:nvPr/>
        </p:nvSpPr>
        <p:spPr>
          <a:xfrm>
            <a:off x="498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182" name="T7189"/>
          <p:cNvSpPr/>
          <p:nvPr/>
        </p:nvSpPr>
        <p:spPr>
          <a:xfrm>
            <a:off x="498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83" name="T7193"/>
          <p:cNvSpPr/>
          <p:nvPr/>
        </p:nvSpPr>
        <p:spPr>
          <a:xfrm>
            <a:off x="182880" y="249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580" dirty="0"/>
          </a:p>
        </p:txBody>
      </p:sp>
      <p:sp>
        <p:nvSpPr>
          <p:cNvPr id="184" name="R7194"/>
          <p:cNvSpPr/>
          <p:nvPr/>
        </p:nvSpPr>
        <p:spPr>
          <a:xfrm>
            <a:off x="691168" y="2492670"/>
            <a:ext cx="390000" cy="290000"/>
          </a:xfrm>
          <a:prstGeom prst="rect">
            <a:avLst/>
          </a:prstGeom>
          <a:solidFill>
            <a:srgbClr val="94A3B8">
              <a:alpha val="4803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5" name="T7195"/>
          <p:cNvSpPr/>
          <p:nvPr/>
        </p:nvSpPr>
        <p:spPr>
          <a:xfrm>
            <a:off x="69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86" name="T7196"/>
          <p:cNvSpPr/>
          <p:nvPr/>
        </p:nvSpPr>
        <p:spPr>
          <a:xfrm>
            <a:off x="69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90" name="R7197"/>
          <p:cNvSpPr/>
          <p:nvPr/>
        </p:nvSpPr>
        <p:spPr>
          <a:xfrm>
            <a:off x="108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49" name="R7198"/>
          <p:cNvSpPr/>
          <p:nvPr/>
        </p:nvSpPr>
        <p:spPr>
          <a:xfrm>
            <a:off x="1471168" y="2492670"/>
            <a:ext cx="390000" cy="290000"/>
          </a:xfrm>
          <a:prstGeom prst="rect">
            <a:avLst/>
          </a:prstGeom>
          <a:solidFill>
            <a:srgbClr val="94A3B8">
              <a:alpha val="209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54" name="T7199"/>
          <p:cNvSpPr/>
          <p:nvPr/>
        </p:nvSpPr>
        <p:spPr>
          <a:xfrm>
            <a:off x="147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257" name="T7200"/>
          <p:cNvSpPr/>
          <p:nvPr/>
        </p:nvSpPr>
        <p:spPr>
          <a:xfrm>
            <a:off x="147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00" dirty="0"/>
          </a:p>
        </p:txBody>
      </p:sp>
      <p:sp>
        <p:nvSpPr>
          <p:cNvPr id="261" name="R7201"/>
          <p:cNvSpPr/>
          <p:nvPr/>
        </p:nvSpPr>
        <p:spPr>
          <a:xfrm>
            <a:off x="1861168" y="2492670"/>
            <a:ext cx="390000" cy="290000"/>
          </a:xfrm>
          <a:prstGeom prst="rect">
            <a:avLst/>
          </a:prstGeom>
          <a:solidFill>
            <a:srgbClr val="94A3B8">
              <a:alpha val="316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5" name="T7202"/>
          <p:cNvSpPr/>
          <p:nvPr/>
        </p:nvSpPr>
        <p:spPr>
          <a:xfrm>
            <a:off x="186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266" name="T7203"/>
          <p:cNvSpPr/>
          <p:nvPr/>
        </p:nvSpPr>
        <p:spPr>
          <a:xfrm>
            <a:off x="186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267" name="R7204"/>
          <p:cNvSpPr/>
          <p:nvPr/>
        </p:nvSpPr>
        <p:spPr>
          <a:xfrm>
            <a:off x="2251168" y="2492670"/>
            <a:ext cx="390000" cy="290000"/>
          </a:xfrm>
          <a:prstGeom prst="rect">
            <a:avLst/>
          </a:prstGeom>
          <a:solidFill>
            <a:srgbClr val="94A3B8">
              <a:alpha val="3283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8" name="T7205"/>
          <p:cNvSpPr/>
          <p:nvPr/>
        </p:nvSpPr>
        <p:spPr>
          <a:xfrm>
            <a:off x="225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269" name="T7206"/>
          <p:cNvSpPr/>
          <p:nvPr/>
        </p:nvSpPr>
        <p:spPr>
          <a:xfrm>
            <a:off x="225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270" name="R7207"/>
          <p:cNvSpPr/>
          <p:nvPr/>
        </p:nvSpPr>
        <p:spPr>
          <a:xfrm>
            <a:off x="264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1" name="R7208"/>
          <p:cNvSpPr/>
          <p:nvPr/>
        </p:nvSpPr>
        <p:spPr>
          <a:xfrm>
            <a:off x="303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2" name="R7209"/>
          <p:cNvSpPr/>
          <p:nvPr/>
        </p:nvSpPr>
        <p:spPr>
          <a:xfrm>
            <a:off x="3421168" y="2492670"/>
            <a:ext cx="390000" cy="290000"/>
          </a:xfrm>
          <a:prstGeom prst="rect">
            <a:avLst/>
          </a:prstGeom>
          <a:solidFill>
            <a:srgbClr val="94A3B8">
              <a:alpha val="1804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3" name="T7210"/>
          <p:cNvSpPr/>
          <p:nvPr/>
        </p:nvSpPr>
        <p:spPr>
          <a:xfrm>
            <a:off x="342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274" name="T7211"/>
          <p:cNvSpPr/>
          <p:nvPr/>
        </p:nvSpPr>
        <p:spPr>
          <a:xfrm>
            <a:off x="342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00" dirty="0"/>
          </a:p>
        </p:txBody>
      </p:sp>
      <p:sp>
        <p:nvSpPr>
          <p:cNvPr id="275" name="R7212"/>
          <p:cNvSpPr/>
          <p:nvPr/>
        </p:nvSpPr>
        <p:spPr>
          <a:xfrm>
            <a:off x="381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6" name="R7213"/>
          <p:cNvSpPr/>
          <p:nvPr/>
        </p:nvSpPr>
        <p:spPr>
          <a:xfrm>
            <a:off x="4201168" y="2492670"/>
            <a:ext cx="390000" cy="290000"/>
          </a:xfrm>
          <a:prstGeom prst="rect">
            <a:avLst/>
          </a:prstGeom>
          <a:solidFill>
            <a:srgbClr val="94A3B8">
              <a:alpha val="5306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7" name="T7214"/>
          <p:cNvSpPr/>
          <p:nvPr/>
        </p:nvSpPr>
        <p:spPr>
          <a:xfrm>
            <a:off x="4198620" y="2492375"/>
            <a:ext cx="39243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278" name="T7215"/>
          <p:cNvSpPr/>
          <p:nvPr/>
        </p:nvSpPr>
        <p:spPr>
          <a:xfrm>
            <a:off x="420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279" name="R7216"/>
          <p:cNvSpPr/>
          <p:nvPr/>
        </p:nvSpPr>
        <p:spPr>
          <a:xfrm>
            <a:off x="4591168" y="2492670"/>
            <a:ext cx="390000" cy="290000"/>
          </a:xfrm>
          <a:prstGeom prst="rect">
            <a:avLst/>
          </a:prstGeom>
          <a:solidFill>
            <a:srgbClr val="94A3B8">
              <a:alpha val="179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0" name="T7217"/>
          <p:cNvSpPr/>
          <p:nvPr/>
        </p:nvSpPr>
        <p:spPr>
          <a:xfrm>
            <a:off x="459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281" name="T7218"/>
          <p:cNvSpPr/>
          <p:nvPr/>
        </p:nvSpPr>
        <p:spPr>
          <a:xfrm>
            <a:off x="459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282" name="R7219"/>
          <p:cNvSpPr/>
          <p:nvPr/>
        </p:nvSpPr>
        <p:spPr>
          <a:xfrm>
            <a:off x="4981168" y="2492670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3" name="T7220"/>
          <p:cNvSpPr/>
          <p:nvPr/>
        </p:nvSpPr>
        <p:spPr>
          <a:xfrm>
            <a:off x="4979670" y="2513330"/>
            <a:ext cx="391160" cy="125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284" name="T7221"/>
          <p:cNvSpPr/>
          <p:nvPr/>
        </p:nvSpPr>
        <p:spPr>
          <a:xfrm>
            <a:off x="498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85" name="T7225"/>
          <p:cNvSpPr/>
          <p:nvPr/>
        </p:nvSpPr>
        <p:spPr>
          <a:xfrm>
            <a:off x="182880" y="278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580" dirty="0"/>
          </a:p>
        </p:txBody>
      </p:sp>
      <p:sp>
        <p:nvSpPr>
          <p:cNvPr id="286" name="R7226"/>
          <p:cNvSpPr/>
          <p:nvPr/>
        </p:nvSpPr>
        <p:spPr>
          <a:xfrm>
            <a:off x="691168" y="2782670"/>
            <a:ext cx="390000" cy="290000"/>
          </a:xfrm>
          <a:prstGeom prst="rect">
            <a:avLst/>
          </a:prstGeom>
          <a:solidFill>
            <a:srgbClr val="374151">
              <a:alpha val="239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7" name="T7227"/>
          <p:cNvSpPr/>
          <p:nvPr/>
        </p:nvSpPr>
        <p:spPr>
          <a:xfrm>
            <a:off x="69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6.5M</a:t>
            </a:r>
            <a:endParaRPr lang="zh-CN" sz="570" dirty="0"/>
          </a:p>
        </p:txBody>
      </p:sp>
      <p:sp>
        <p:nvSpPr>
          <p:cNvPr id="288" name="T7228"/>
          <p:cNvSpPr/>
          <p:nvPr/>
        </p:nvSpPr>
        <p:spPr>
          <a:xfrm>
            <a:off x="69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289" name="R7229"/>
          <p:cNvSpPr/>
          <p:nvPr/>
        </p:nvSpPr>
        <p:spPr>
          <a:xfrm>
            <a:off x="1081168" y="2782670"/>
            <a:ext cx="390000" cy="290000"/>
          </a:xfrm>
          <a:prstGeom prst="rect">
            <a:avLst/>
          </a:prstGeom>
          <a:solidFill>
            <a:srgbClr val="374151">
              <a:alpha val="3431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0" name="T7230"/>
          <p:cNvSpPr/>
          <p:nvPr/>
        </p:nvSpPr>
        <p:spPr>
          <a:xfrm>
            <a:off x="108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14.0M</a:t>
            </a:r>
            <a:endParaRPr lang="zh-CN" sz="570" dirty="0"/>
          </a:p>
        </p:txBody>
      </p:sp>
      <p:sp>
        <p:nvSpPr>
          <p:cNvPr id="291" name="T7231"/>
          <p:cNvSpPr/>
          <p:nvPr/>
        </p:nvSpPr>
        <p:spPr>
          <a:xfrm>
            <a:off x="108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</a:t>
            </a:r>
            <a:endParaRPr lang="zh-CN" sz="500" dirty="0"/>
          </a:p>
        </p:txBody>
      </p:sp>
      <p:sp>
        <p:nvSpPr>
          <p:cNvPr id="292" name="R7232"/>
          <p:cNvSpPr/>
          <p:nvPr/>
        </p:nvSpPr>
        <p:spPr>
          <a:xfrm>
            <a:off x="1471168" y="2782670"/>
            <a:ext cx="390000" cy="290000"/>
          </a:xfrm>
          <a:prstGeom prst="rect">
            <a:avLst/>
          </a:prstGeom>
          <a:solidFill>
            <a:srgbClr val="374151">
              <a:alpha val="4081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3" name="T7233"/>
          <p:cNvSpPr/>
          <p:nvPr/>
        </p:nvSpPr>
        <p:spPr>
          <a:xfrm>
            <a:off x="147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18.8M</a:t>
            </a:r>
            <a:endParaRPr lang="zh-CN" sz="570" dirty="0"/>
          </a:p>
        </p:txBody>
      </p:sp>
      <p:sp>
        <p:nvSpPr>
          <p:cNvPr id="294" name="T7234"/>
          <p:cNvSpPr/>
          <p:nvPr/>
        </p:nvSpPr>
        <p:spPr>
          <a:xfrm>
            <a:off x="147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36件</a:t>
            </a:r>
            <a:endParaRPr lang="zh-CN" sz="500" dirty="0"/>
          </a:p>
        </p:txBody>
      </p:sp>
      <p:sp>
        <p:nvSpPr>
          <p:cNvPr id="295" name="R7235"/>
          <p:cNvSpPr/>
          <p:nvPr/>
        </p:nvSpPr>
        <p:spPr>
          <a:xfrm>
            <a:off x="1861168" y="2782670"/>
            <a:ext cx="390000" cy="290000"/>
          </a:xfrm>
          <a:prstGeom prst="rect">
            <a:avLst/>
          </a:prstGeom>
          <a:solidFill>
            <a:srgbClr val="374151">
              <a:alpha val="290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6" name="T7236"/>
          <p:cNvSpPr/>
          <p:nvPr/>
        </p:nvSpPr>
        <p:spPr>
          <a:xfrm>
            <a:off x="186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10.2M</a:t>
            </a:r>
            <a:endParaRPr lang="zh-CN" sz="570" dirty="0"/>
          </a:p>
        </p:txBody>
      </p:sp>
      <p:sp>
        <p:nvSpPr>
          <p:cNvPr id="297" name="T7237"/>
          <p:cNvSpPr/>
          <p:nvPr/>
        </p:nvSpPr>
        <p:spPr>
          <a:xfrm>
            <a:off x="186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298" name="R7238"/>
          <p:cNvSpPr/>
          <p:nvPr/>
        </p:nvSpPr>
        <p:spPr>
          <a:xfrm>
            <a:off x="2251168" y="2782670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9" name="T7239"/>
          <p:cNvSpPr/>
          <p:nvPr/>
        </p:nvSpPr>
        <p:spPr>
          <a:xfrm>
            <a:off x="225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zh-CN" sz="570" dirty="0"/>
          </a:p>
        </p:txBody>
      </p:sp>
      <p:sp>
        <p:nvSpPr>
          <p:cNvPr id="300" name="T7240"/>
          <p:cNvSpPr/>
          <p:nvPr/>
        </p:nvSpPr>
        <p:spPr>
          <a:xfrm>
            <a:off x="225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301" name="R7241"/>
          <p:cNvSpPr/>
          <p:nvPr/>
        </p:nvSpPr>
        <p:spPr>
          <a:xfrm>
            <a:off x="2641168" y="2782670"/>
            <a:ext cx="390000" cy="290000"/>
          </a:xfrm>
          <a:prstGeom prst="rect">
            <a:avLst/>
          </a:prstGeom>
          <a:solidFill>
            <a:srgbClr val="374151">
              <a:alpha val="375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2" name="T7242"/>
          <p:cNvSpPr/>
          <p:nvPr/>
        </p:nvSpPr>
        <p:spPr>
          <a:xfrm>
            <a:off x="264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16.4M</a:t>
            </a:r>
            <a:endParaRPr lang="zh-CN" sz="570" dirty="0"/>
          </a:p>
        </p:txBody>
      </p:sp>
      <p:sp>
        <p:nvSpPr>
          <p:cNvPr id="303" name="T7243"/>
          <p:cNvSpPr/>
          <p:nvPr/>
        </p:nvSpPr>
        <p:spPr>
          <a:xfrm>
            <a:off x="264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</a:t>
            </a:r>
            <a:endParaRPr lang="zh-CN" sz="500" dirty="0"/>
          </a:p>
        </p:txBody>
      </p:sp>
      <p:sp>
        <p:nvSpPr>
          <p:cNvPr id="304" name="R7244"/>
          <p:cNvSpPr/>
          <p:nvPr/>
        </p:nvSpPr>
        <p:spPr>
          <a:xfrm>
            <a:off x="3031168" y="2782670"/>
            <a:ext cx="390000" cy="290000"/>
          </a:xfrm>
          <a:prstGeom prst="rect">
            <a:avLst/>
          </a:prstGeom>
          <a:solidFill>
            <a:srgbClr val="374151">
              <a:alpha val="187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5" name="T7245"/>
          <p:cNvSpPr/>
          <p:nvPr/>
        </p:nvSpPr>
        <p:spPr>
          <a:xfrm>
            <a:off x="303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306" name="T7246"/>
          <p:cNvSpPr/>
          <p:nvPr/>
        </p:nvSpPr>
        <p:spPr>
          <a:xfrm>
            <a:off x="303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307" name="R7247"/>
          <p:cNvSpPr/>
          <p:nvPr/>
        </p:nvSpPr>
        <p:spPr>
          <a:xfrm>
            <a:off x="3421168" y="2782670"/>
            <a:ext cx="390000" cy="290000"/>
          </a:xfrm>
          <a:prstGeom prst="rect">
            <a:avLst/>
          </a:prstGeom>
          <a:solidFill>
            <a:srgbClr val="374151">
              <a:alpha val="2443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8" name="T7248"/>
          <p:cNvSpPr/>
          <p:nvPr/>
        </p:nvSpPr>
        <p:spPr>
          <a:xfrm>
            <a:off x="342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6.8M</a:t>
            </a:r>
            <a:endParaRPr lang="zh-CN" sz="570" dirty="0"/>
          </a:p>
        </p:txBody>
      </p:sp>
      <p:sp>
        <p:nvSpPr>
          <p:cNvPr id="309" name="T7249"/>
          <p:cNvSpPr/>
          <p:nvPr/>
        </p:nvSpPr>
        <p:spPr>
          <a:xfrm>
            <a:off x="342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310" name="R7250"/>
          <p:cNvSpPr/>
          <p:nvPr/>
        </p:nvSpPr>
        <p:spPr>
          <a:xfrm>
            <a:off x="3811168" y="278267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1" name="T7251"/>
          <p:cNvSpPr/>
          <p:nvPr/>
        </p:nvSpPr>
        <p:spPr>
          <a:xfrm>
            <a:off x="381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5.9M</a:t>
            </a:r>
            <a:endParaRPr lang="zh-CN" sz="570" dirty="0"/>
          </a:p>
        </p:txBody>
      </p:sp>
      <p:sp>
        <p:nvSpPr>
          <p:cNvPr id="312" name="T7252"/>
          <p:cNvSpPr/>
          <p:nvPr/>
        </p:nvSpPr>
        <p:spPr>
          <a:xfrm>
            <a:off x="381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313" name="R7253"/>
          <p:cNvSpPr/>
          <p:nvPr/>
        </p:nvSpPr>
        <p:spPr>
          <a:xfrm>
            <a:off x="4201168" y="2782670"/>
            <a:ext cx="390000" cy="290000"/>
          </a:xfrm>
          <a:prstGeom prst="rect">
            <a:avLst/>
          </a:prstGeom>
          <a:solidFill>
            <a:srgbClr val="374151">
              <a:alpha val="4342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4" name="T7254"/>
          <p:cNvSpPr/>
          <p:nvPr/>
        </p:nvSpPr>
        <p:spPr>
          <a:xfrm>
            <a:off x="420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19.9M</a:t>
            </a:r>
            <a:endParaRPr lang="zh-CN" sz="570" dirty="0"/>
          </a:p>
        </p:txBody>
      </p:sp>
      <p:sp>
        <p:nvSpPr>
          <p:cNvPr id="315" name="T7255"/>
          <p:cNvSpPr/>
          <p:nvPr/>
        </p:nvSpPr>
        <p:spPr>
          <a:xfrm>
            <a:off x="420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52件</a:t>
            </a:r>
            <a:endParaRPr lang="zh-CN" sz="500" dirty="0"/>
          </a:p>
        </p:txBody>
      </p:sp>
      <p:sp>
        <p:nvSpPr>
          <p:cNvPr id="316" name="R7256"/>
          <p:cNvSpPr/>
          <p:nvPr/>
        </p:nvSpPr>
        <p:spPr>
          <a:xfrm>
            <a:off x="4591168" y="2782670"/>
            <a:ext cx="390000" cy="290000"/>
          </a:xfrm>
          <a:prstGeom prst="rect">
            <a:avLst/>
          </a:prstGeom>
          <a:solidFill>
            <a:srgbClr val="374151">
              <a:alpha val="420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7" name="T7257"/>
          <p:cNvSpPr/>
          <p:nvPr/>
        </p:nvSpPr>
        <p:spPr>
          <a:xfrm>
            <a:off x="459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19.6M</a:t>
            </a:r>
            <a:endParaRPr lang="zh-CN" sz="570" dirty="0"/>
          </a:p>
        </p:txBody>
      </p:sp>
      <p:sp>
        <p:nvSpPr>
          <p:cNvPr id="318" name="T7258"/>
          <p:cNvSpPr/>
          <p:nvPr/>
        </p:nvSpPr>
        <p:spPr>
          <a:xfrm>
            <a:off x="459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41件</a:t>
            </a:r>
            <a:endParaRPr lang="zh-CN" sz="500" dirty="0"/>
          </a:p>
        </p:txBody>
      </p:sp>
      <p:sp>
        <p:nvSpPr>
          <p:cNvPr id="319" name="R7259"/>
          <p:cNvSpPr/>
          <p:nvPr/>
        </p:nvSpPr>
        <p:spPr>
          <a:xfrm>
            <a:off x="4981168" y="2782670"/>
            <a:ext cx="390000" cy="290000"/>
          </a:xfrm>
          <a:prstGeom prst="rect">
            <a:avLst/>
          </a:prstGeom>
          <a:solidFill>
            <a:srgbClr val="374151">
              <a:alpha val="5060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0" name="T7260"/>
          <p:cNvSpPr/>
          <p:nvPr/>
        </p:nvSpPr>
        <p:spPr>
          <a:xfrm>
            <a:off x="498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28.1M</a:t>
            </a:r>
            <a:endParaRPr lang="zh-CN" sz="570" dirty="0"/>
          </a:p>
        </p:txBody>
      </p:sp>
      <p:sp>
        <p:nvSpPr>
          <p:cNvPr id="321" name="T7261"/>
          <p:cNvSpPr/>
          <p:nvPr/>
        </p:nvSpPr>
        <p:spPr>
          <a:xfrm>
            <a:off x="498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63件</a:t>
            </a:r>
            <a:endParaRPr lang="zh-CN" sz="500" dirty="0"/>
          </a:p>
        </p:txBody>
      </p:sp>
      <p:sp>
        <p:nvSpPr>
          <p:cNvPr id="322" name="R7033"/>
          <p:cNvSpPr/>
          <p:nvPr/>
        </p:nvSpPr>
        <p:spPr>
          <a:xfrm>
            <a:off x="5377603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3" name="R7033"/>
          <p:cNvSpPr/>
          <p:nvPr/>
        </p:nvSpPr>
        <p:spPr>
          <a:xfrm>
            <a:off x="5380990" y="1922145"/>
            <a:ext cx="386715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4" name="R7033"/>
          <p:cNvSpPr/>
          <p:nvPr/>
        </p:nvSpPr>
        <p:spPr>
          <a:xfrm>
            <a:off x="5384165" y="221107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5" name="R7250"/>
          <p:cNvSpPr/>
          <p:nvPr/>
        </p:nvSpPr>
        <p:spPr>
          <a:xfrm>
            <a:off x="5371363" y="278394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6" name="T7251"/>
          <p:cNvSpPr/>
          <p:nvPr/>
        </p:nvSpPr>
        <p:spPr>
          <a:xfrm>
            <a:off x="5371363" y="278394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zh-CN" sz="570" dirty="0"/>
          </a:p>
        </p:txBody>
      </p:sp>
      <p:sp>
        <p:nvSpPr>
          <p:cNvPr id="327" name="T7252"/>
          <p:cNvSpPr/>
          <p:nvPr/>
        </p:nvSpPr>
        <p:spPr>
          <a:xfrm>
            <a:off x="5371363" y="295794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alt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</a:t>
            </a:r>
            <a:endParaRPr lang="zh-CN" sz="500" dirty="0"/>
          </a:p>
        </p:txBody>
      </p:sp>
      <p:sp>
        <p:nvSpPr>
          <p:cNvPr id="328" name="R7033"/>
          <p:cNvSpPr/>
          <p:nvPr/>
        </p:nvSpPr>
        <p:spPr>
          <a:xfrm>
            <a:off x="5374005" y="250571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9" name="T7000"/>
          <p:cNvSpPr/>
          <p:nvPr/>
        </p:nvSpPr>
        <p:spPr>
          <a:xfrm>
            <a:off x="69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330" name="T7001"/>
          <p:cNvSpPr/>
          <p:nvPr/>
        </p:nvSpPr>
        <p:spPr>
          <a:xfrm>
            <a:off x="108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331" name="T7002"/>
          <p:cNvSpPr/>
          <p:nvPr/>
        </p:nvSpPr>
        <p:spPr>
          <a:xfrm>
            <a:off x="147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332" name="T7003"/>
          <p:cNvSpPr/>
          <p:nvPr/>
        </p:nvSpPr>
        <p:spPr>
          <a:xfrm>
            <a:off x="186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333" name="T7004"/>
          <p:cNvSpPr/>
          <p:nvPr/>
        </p:nvSpPr>
        <p:spPr>
          <a:xfrm>
            <a:off x="225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334" name="T7005"/>
          <p:cNvSpPr/>
          <p:nvPr/>
        </p:nvSpPr>
        <p:spPr>
          <a:xfrm>
            <a:off x="264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335" name="T7006"/>
          <p:cNvSpPr/>
          <p:nvPr/>
        </p:nvSpPr>
        <p:spPr>
          <a:xfrm>
            <a:off x="303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336" name="T7007"/>
          <p:cNvSpPr/>
          <p:nvPr/>
        </p:nvSpPr>
        <p:spPr>
          <a:xfrm>
            <a:off x="342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337" name="T7008"/>
          <p:cNvSpPr/>
          <p:nvPr/>
        </p:nvSpPr>
        <p:spPr>
          <a:xfrm>
            <a:off x="381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338" name="T7009"/>
          <p:cNvSpPr/>
          <p:nvPr/>
        </p:nvSpPr>
        <p:spPr>
          <a:xfrm>
            <a:off x="420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339" name="T7010"/>
          <p:cNvSpPr/>
          <p:nvPr/>
        </p:nvSpPr>
        <p:spPr>
          <a:xfrm>
            <a:off x="459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340" name="T7011"/>
          <p:cNvSpPr/>
          <p:nvPr/>
        </p:nvSpPr>
        <p:spPr>
          <a:xfrm>
            <a:off x="498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341" name="T7012"/>
          <p:cNvSpPr/>
          <p:nvPr/>
        </p:nvSpPr>
        <p:spPr>
          <a:xfrm>
            <a:off x="537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342" name="T8000"/>
          <p:cNvSpPr/>
          <p:nvPr/>
        </p:nvSpPr>
        <p:spPr>
          <a:xfrm>
            <a:off x="676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343" name="T8001"/>
          <p:cNvSpPr/>
          <p:nvPr/>
        </p:nvSpPr>
        <p:spPr>
          <a:xfrm>
            <a:off x="71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344" name="T8002"/>
          <p:cNvSpPr/>
          <p:nvPr/>
        </p:nvSpPr>
        <p:spPr>
          <a:xfrm>
            <a:off x="754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345" name="T8003"/>
          <p:cNvSpPr/>
          <p:nvPr/>
        </p:nvSpPr>
        <p:spPr>
          <a:xfrm>
            <a:off x="793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346" name="T8004"/>
          <p:cNvSpPr/>
          <p:nvPr/>
        </p:nvSpPr>
        <p:spPr>
          <a:xfrm>
            <a:off x="832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347" name="T8005"/>
          <p:cNvSpPr/>
          <p:nvPr/>
        </p:nvSpPr>
        <p:spPr>
          <a:xfrm>
            <a:off x="871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348" name="T8006"/>
          <p:cNvSpPr/>
          <p:nvPr/>
        </p:nvSpPr>
        <p:spPr>
          <a:xfrm>
            <a:off x="910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349" name="T8007"/>
          <p:cNvSpPr/>
          <p:nvPr/>
        </p:nvSpPr>
        <p:spPr>
          <a:xfrm>
            <a:off x="949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350" name="T8008"/>
          <p:cNvSpPr/>
          <p:nvPr/>
        </p:nvSpPr>
        <p:spPr>
          <a:xfrm>
            <a:off x="988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351" name="T8009"/>
          <p:cNvSpPr/>
          <p:nvPr/>
        </p:nvSpPr>
        <p:spPr>
          <a:xfrm>
            <a:off x="1027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352" name="T8010"/>
          <p:cNvSpPr/>
          <p:nvPr/>
        </p:nvSpPr>
        <p:spPr>
          <a:xfrm>
            <a:off x="1066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353" name="T8011"/>
          <p:cNvSpPr/>
          <p:nvPr/>
        </p:nvSpPr>
        <p:spPr>
          <a:xfrm>
            <a:off x="110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354" name="T8012"/>
          <p:cNvSpPr/>
          <p:nvPr/>
        </p:nvSpPr>
        <p:spPr>
          <a:xfrm>
            <a:off x="1144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355" name="T8013"/>
          <p:cNvSpPr/>
          <p:nvPr/>
        </p:nvSpPr>
        <p:spPr>
          <a:xfrm>
            <a:off x="6254496" y="107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356" name="R8014"/>
          <p:cNvSpPr/>
          <p:nvPr/>
        </p:nvSpPr>
        <p:spPr>
          <a:xfrm>
            <a:off x="6766941" y="1072134"/>
            <a:ext cx="390000" cy="290000"/>
          </a:xfrm>
          <a:prstGeom prst="rect">
            <a:avLst/>
          </a:prstGeom>
          <a:solidFill>
            <a:srgbClr val="1A7A3F">
              <a:alpha val="200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57" name="T8015"/>
          <p:cNvSpPr/>
          <p:nvPr/>
        </p:nvSpPr>
        <p:spPr>
          <a:xfrm>
            <a:off x="676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358" name="T8016"/>
          <p:cNvSpPr/>
          <p:nvPr/>
        </p:nvSpPr>
        <p:spPr>
          <a:xfrm>
            <a:off x="676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359" name="R8017"/>
          <p:cNvSpPr/>
          <p:nvPr/>
        </p:nvSpPr>
        <p:spPr>
          <a:xfrm>
            <a:off x="7156941" y="1072134"/>
            <a:ext cx="390000" cy="290000"/>
          </a:xfrm>
          <a:prstGeom prst="rect">
            <a:avLst/>
          </a:prstGeom>
          <a:solidFill>
            <a:srgbClr val="1A7A3F">
              <a:alpha val="320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0" name="T8018"/>
          <p:cNvSpPr/>
          <p:nvPr/>
        </p:nvSpPr>
        <p:spPr>
          <a:xfrm>
            <a:off x="715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zh-CN" sz="570" dirty="0"/>
          </a:p>
        </p:txBody>
      </p:sp>
      <p:sp>
        <p:nvSpPr>
          <p:cNvPr id="361" name="T8019"/>
          <p:cNvSpPr/>
          <p:nvPr/>
        </p:nvSpPr>
        <p:spPr>
          <a:xfrm>
            <a:off x="71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362" name="R8020"/>
          <p:cNvSpPr/>
          <p:nvPr/>
        </p:nvSpPr>
        <p:spPr>
          <a:xfrm>
            <a:off x="7546941" y="1072134"/>
            <a:ext cx="390000" cy="290000"/>
          </a:xfrm>
          <a:prstGeom prst="rect">
            <a:avLst/>
          </a:prstGeom>
          <a:solidFill>
            <a:srgbClr val="1A7A3F">
              <a:alpha val="436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3" name="T8021"/>
          <p:cNvSpPr/>
          <p:nvPr/>
        </p:nvSpPr>
        <p:spPr>
          <a:xfrm>
            <a:off x="754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364" name="T8022"/>
          <p:cNvSpPr/>
          <p:nvPr/>
        </p:nvSpPr>
        <p:spPr>
          <a:xfrm>
            <a:off x="75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365" name="R8023"/>
          <p:cNvSpPr/>
          <p:nvPr/>
        </p:nvSpPr>
        <p:spPr>
          <a:xfrm>
            <a:off x="7936941" y="1072134"/>
            <a:ext cx="390000" cy="290000"/>
          </a:xfrm>
          <a:prstGeom prst="rect">
            <a:avLst/>
          </a:prstGeom>
          <a:solidFill>
            <a:srgbClr val="1A7A3F">
              <a:alpha val="4036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6" name="T8024"/>
          <p:cNvSpPr/>
          <p:nvPr/>
        </p:nvSpPr>
        <p:spPr>
          <a:xfrm>
            <a:off x="793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5.1M</a:t>
            </a:r>
            <a:endParaRPr lang="zh-CN" sz="570" dirty="0"/>
          </a:p>
        </p:txBody>
      </p:sp>
      <p:sp>
        <p:nvSpPr>
          <p:cNvPr id="367" name="T8025"/>
          <p:cNvSpPr/>
          <p:nvPr/>
        </p:nvSpPr>
        <p:spPr>
          <a:xfrm>
            <a:off x="793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368" name="R8026"/>
          <p:cNvSpPr/>
          <p:nvPr/>
        </p:nvSpPr>
        <p:spPr>
          <a:xfrm>
            <a:off x="8326941" y="1072134"/>
            <a:ext cx="390000" cy="290000"/>
          </a:xfrm>
          <a:prstGeom prst="rect">
            <a:avLst/>
          </a:prstGeom>
          <a:solidFill>
            <a:srgbClr val="1A7A3F">
              <a:alpha val="553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9" name="T8027"/>
          <p:cNvSpPr/>
          <p:nvPr/>
        </p:nvSpPr>
        <p:spPr>
          <a:xfrm>
            <a:off x="832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370" name="T8028"/>
          <p:cNvSpPr/>
          <p:nvPr/>
        </p:nvSpPr>
        <p:spPr>
          <a:xfrm>
            <a:off x="832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20件</a:t>
            </a:r>
            <a:endParaRPr lang="zh-CN" sz="500" dirty="0"/>
          </a:p>
        </p:txBody>
      </p:sp>
      <p:sp>
        <p:nvSpPr>
          <p:cNvPr id="371" name="R8029"/>
          <p:cNvSpPr/>
          <p:nvPr/>
        </p:nvSpPr>
        <p:spPr>
          <a:xfrm>
            <a:off x="8716941" y="1072134"/>
            <a:ext cx="390000" cy="290000"/>
          </a:xfrm>
          <a:prstGeom prst="rect">
            <a:avLst/>
          </a:prstGeom>
          <a:solidFill>
            <a:srgbClr val="1A7A3F">
              <a:alpha val="3736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2" name="T8030"/>
          <p:cNvSpPr/>
          <p:nvPr/>
        </p:nvSpPr>
        <p:spPr>
          <a:xfrm>
            <a:off x="871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zh-CN" sz="570" dirty="0"/>
          </a:p>
        </p:txBody>
      </p:sp>
      <p:sp>
        <p:nvSpPr>
          <p:cNvPr id="373" name="T8031"/>
          <p:cNvSpPr/>
          <p:nvPr/>
        </p:nvSpPr>
        <p:spPr>
          <a:xfrm>
            <a:off x="871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374" name="R8032"/>
          <p:cNvSpPr/>
          <p:nvPr/>
        </p:nvSpPr>
        <p:spPr>
          <a:xfrm>
            <a:off x="9106941" y="1072134"/>
            <a:ext cx="390000" cy="290000"/>
          </a:xfrm>
          <a:prstGeom prst="rect">
            <a:avLst/>
          </a:prstGeom>
          <a:solidFill>
            <a:srgbClr val="1A7A3F">
              <a:alpha val="338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5" name="T8033"/>
          <p:cNvSpPr/>
          <p:nvPr/>
        </p:nvSpPr>
        <p:spPr>
          <a:xfrm>
            <a:off x="910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3.8M</a:t>
            </a:r>
            <a:endParaRPr lang="zh-CN" sz="570" dirty="0"/>
          </a:p>
        </p:txBody>
      </p:sp>
      <p:sp>
        <p:nvSpPr>
          <p:cNvPr id="376" name="T8034"/>
          <p:cNvSpPr/>
          <p:nvPr/>
        </p:nvSpPr>
        <p:spPr>
          <a:xfrm>
            <a:off x="910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377" name="R8035"/>
          <p:cNvSpPr/>
          <p:nvPr/>
        </p:nvSpPr>
        <p:spPr>
          <a:xfrm>
            <a:off x="9496941" y="1072134"/>
            <a:ext cx="390000" cy="290000"/>
          </a:xfrm>
          <a:prstGeom prst="rect">
            <a:avLst/>
          </a:prstGeom>
          <a:solidFill>
            <a:srgbClr val="1A7A3F">
              <a:alpha val="328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8" name="T8036"/>
          <p:cNvSpPr/>
          <p:nvPr/>
        </p:nvSpPr>
        <p:spPr>
          <a:xfrm>
            <a:off x="949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zh-CN" sz="570" dirty="0"/>
          </a:p>
        </p:txBody>
      </p:sp>
      <p:sp>
        <p:nvSpPr>
          <p:cNvPr id="379" name="T8037"/>
          <p:cNvSpPr/>
          <p:nvPr/>
        </p:nvSpPr>
        <p:spPr>
          <a:xfrm>
            <a:off x="949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380" name="R8038"/>
          <p:cNvSpPr/>
          <p:nvPr/>
        </p:nvSpPr>
        <p:spPr>
          <a:xfrm>
            <a:off x="9886941" y="1072134"/>
            <a:ext cx="390000" cy="290000"/>
          </a:xfrm>
          <a:prstGeom prst="rect">
            <a:avLst/>
          </a:prstGeom>
          <a:solidFill>
            <a:srgbClr val="1A7A3F">
              <a:alpha val="2732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1" name="T8039"/>
          <p:cNvSpPr/>
          <p:nvPr/>
        </p:nvSpPr>
        <p:spPr>
          <a:xfrm>
            <a:off x="988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2.5M</a:t>
            </a:r>
            <a:endParaRPr lang="zh-CN" sz="570" dirty="0"/>
          </a:p>
        </p:txBody>
      </p:sp>
      <p:sp>
        <p:nvSpPr>
          <p:cNvPr id="382" name="T8040"/>
          <p:cNvSpPr/>
          <p:nvPr/>
        </p:nvSpPr>
        <p:spPr>
          <a:xfrm>
            <a:off x="988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383" name="R8041"/>
          <p:cNvSpPr/>
          <p:nvPr/>
        </p:nvSpPr>
        <p:spPr>
          <a:xfrm>
            <a:off x="10276941" y="1072134"/>
            <a:ext cx="390000" cy="290000"/>
          </a:xfrm>
          <a:prstGeom prst="rect">
            <a:avLst/>
          </a:prstGeom>
          <a:solidFill>
            <a:srgbClr val="1A7A3F">
              <a:alpha val="5526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4" name="T8042"/>
          <p:cNvSpPr/>
          <p:nvPr/>
        </p:nvSpPr>
        <p:spPr>
          <a:xfrm>
            <a:off x="1027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385" name="T8043"/>
          <p:cNvSpPr/>
          <p:nvPr/>
        </p:nvSpPr>
        <p:spPr>
          <a:xfrm>
            <a:off x="1027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26件</a:t>
            </a:r>
            <a:endParaRPr lang="zh-CN" sz="500" dirty="0"/>
          </a:p>
        </p:txBody>
      </p:sp>
      <p:sp>
        <p:nvSpPr>
          <p:cNvPr id="386" name="R8044"/>
          <p:cNvSpPr/>
          <p:nvPr/>
        </p:nvSpPr>
        <p:spPr>
          <a:xfrm>
            <a:off x="10666941" y="1072134"/>
            <a:ext cx="390000" cy="290000"/>
          </a:xfrm>
          <a:prstGeom prst="rect">
            <a:avLst/>
          </a:prstGeom>
          <a:solidFill>
            <a:srgbClr val="1A7A3F">
              <a:alpha val="6350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7" name="T8045"/>
          <p:cNvSpPr/>
          <p:nvPr/>
        </p:nvSpPr>
        <p:spPr>
          <a:xfrm>
            <a:off x="1066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9.8M</a:t>
            </a:r>
            <a:endParaRPr lang="zh-CN" sz="570" dirty="0"/>
          </a:p>
        </p:txBody>
      </p:sp>
      <p:sp>
        <p:nvSpPr>
          <p:cNvPr id="388" name="T8046"/>
          <p:cNvSpPr/>
          <p:nvPr/>
        </p:nvSpPr>
        <p:spPr>
          <a:xfrm>
            <a:off x="1066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28件</a:t>
            </a:r>
            <a:endParaRPr lang="zh-CN" sz="500" dirty="0"/>
          </a:p>
        </p:txBody>
      </p:sp>
      <p:sp>
        <p:nvSpPr>
          <p:cNvPr id="389" name="R8047"/>
          <p:cNvSpPr/>
          <p:nvPr/>
        </p:nvSpPr>
        <p:spPr>
          <a:xfrm>
            <a:off x="11056941" y="1072134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90" name="T8048"/>
          <p:cNvSpPr/>
          <p:nvPr/>
        </p:nvSpPr>
        <p:spPr>
          <a:xfrm>
            <a:off x="1105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15.8M</a:t>
            </a:r>
            <a:endParaRPr lang="zh-CN" sz="570" dirty="0"/>
          </a:p>
        </p:txBody>
      </p:sp>
      <p:sp>
        <p:nvSpPr>
          <p:cNvPr id="391" name="T8049"/>
          <p:cNvSpPr/>
          <p:nvPr/>
        </p:nvSpPr>
        <p:spPr>
          <a:xfrm>
            <a:off x="110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35件</a:t>
            </a:r>
            <a:endParaRPr lang="zh-CN" sz="500" dirty="0"/>
          </a:p>
        </p:txBody>
      </p:sp>
      <p:sp>
        <p:nvSpPr>
          <p:cNvPr id="392" name="R8050"/>
          <p:cNvSpPr/>
          <p:nvPr/>
        </p:nvSpPr>
        <p:spPr>
          <a:xfrm>
            <a:off x="11446941" y="1072134"/>
            <a:ext cx="390000" cy="290000"/>
          </a:xfrm>
          <a:prstGeom prst="rect">
            <a:avLst/>
          </a:prstGeom>
          <a:solidFill>
            <a:srgbClr val="9BC5AB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93" name="T8051"/>
          <p:cNvSpPr/>
          <p:nvPr/>
        </p:nvSpPr>
        <p:spPr>
          <a:xfrm>
            <a:off x="11438255" y="1072515"/>
            <a:ext cx="34671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6.6M</a:t>
            </a:r>
            <a:endParaRPr lang="zh-CN" sz="570" dirty="0"/>
          </a:p>
        </p:txBody>
      </p:sp>
      <p:sp>
        <p:nvSpPr>
          <p:cNvPr id="394" name="T8052"/>
          <p:cNvSpPr/>
          <p:nvPr/>
        </p:nvSpPr>
        <p:spPr>
          <a:xfrm>
            <a:off x="114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395" name="T8053"/>
          <p:cNvSpPr/>
          <p:nvPr/>
        </p:nvSpPr>
        <p:spPr>
          <a:xfrm>
            <a:off x="6254496" y="136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680" dirty="0"/>
          </a:p>
        </p:txBody>
      </p:sp>
      <p:sp>
        <p:nvSpPr>
          <p:cNvPr id="396" name="R8054"/>
          <p:cNvSpPr/>
          <p:nvPr/>
        </p:nvSpPr>
        <p:spPr>
          <a:xfrm>
            <a:off x="6766941" y="1362134"/>
            <a:ext cx="390000" cy="290000"/>
          </a:xfrm>
          <a:prstGeom prst="rect">
            <a:avLst/>
          </a:prstGeom>
          <a:solidFill>
            <a:srgbClr val="1F3864">
              <a:alpha val="2373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97" name="T8055"/>
          <p:cNvSpPr/>
          <p:nvPr/>
        </p:nvSpPr>
        <p:spPr>
          <a:xfrm>
            <a:off x="676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398" name="T8056"/>
          <p:cNvSpPr/>
          <p:nvPr/>
        </p:nvSpPr>
        <p:spPr>
          <a:xfrm>
            <a:off x="676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399" name="R8057"/>
          <p:cNvSpPr/>
          <p:nvPr/>
        </p:nvSpPr>
        <p:spPr>
          <a:xfrm>
            <a:off x="7156941" y="1362134"/>
            <a:ext cx="390000" cy="290000"/>
          </a:xfrm>
          <a:prstGeom prst="rect">
            <a:avLst/>
          </a:prstGeom>
          <a:solidFill>
            <a:srgbClr val="1F3864">
              <a:alpha val="563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0" name="T8058"/>
          <p:cNvSpPr/>
          <p:nvPr/>
        </p:nvSpPr>
        <p:spPr>
          <a:xfrm>
            <a:off x="715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zh-CN" sz="570" dirty="0"/>
          </a:p>
        </p:txBody>
      </p:sp>
      <p:sp>
        <p:nvSpPr>
          <p:cNvPr id="401" name="T8059"/>
          <p:cNvSpPr/>
          <p:nvPr/>
        </p:nvSpPr>
        <p:spPr>
          <a:xfrm>
            <a:off x="715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402" name="R8060"/>
          <p:cNvSpPr/>
          <p:nvPr/>
        </p:nvSpPr>
        <p:spPr>
          <a:xfrm>
            <a:off x="7546941" y="1362134"/>
            <a:ext cx="390000" cy="290000"/>
          </a:xfrm>
          <a:prstGeom prst="rect">
            <a:avLst/>
          </a:prstGeom>
          <a:solidFill>
            <a:srgbClr val="1F3864">
              <a:alpha val="7821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3" name="T8061"/>
          <p:cNvSpPr/>
          <p:nvPr/>
        </p:nvSpPr>
        <p:spPr>
          <a:xfrm>
            <a:off x="754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5.6M</a:t>
            </a:r>
            <a:endParaRPr lang="zh-CN" sz="570" dirty="0"/>
          </a:p>
        </p:txBody>
      </p:sp>
      <p:sp>
        <p:nvSpPr>
          <p:cNvPr id="404" name="T8062"/>
          <p:cNvSpPr/>
          <p:nvPr/>
        </p:nvSpPr>
        <p:spPr>
          <a:xfrm>
            <a:off x="754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05" name="R8063"/>
          <p:cNvSpPr/>
          <p:nvPr/>
        </p:nvSpPr>
        <p:spPr>
          <a:xfrm>
            <a:off x="7936941" y="1362134"/>
            <a:ext cx="390000" cy="290000"/>
          </a:xfrm>
          <a:prstGeom prst="rect">
            <a:avLst/>
          </a:prstGeom>
          <a:solidFill>
            <a:srgbClr val="1F3864">
              <a:alpha val="4557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6" name="T8064"/>
          <p:cNvSpPr/>
          <p:nvPr/>
        </p:nvSpPr>
        <p:spPr>
          <a:xfrm>
            <a:off x="793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07" name="T8065"/>
          <p:cNvSpPr/>
          <p:nvPr/>
        </p:nvSpPr>
        <p:spPr>
          <a:xfrm>
            <a:off x="793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08" name="R8066"/>
          <p:cNvSpPr/>
          <p:nvPr/>
        </p:nvSpPr>
        <p:spPr>
          <a:xfrm>
            <a:off x="8326941" y="1362134"/>
            <a:ext cx="390000" cy="290000"/>
          </a:xfrm>
          <a:prstGeom prst="rect">
            <a:avLst/>
          </a:prstGeom>
          <a:solidFill>
            <a:srgbClr val="1F3864">
              <a:alpha val="394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9" name="T8067"/>
          <p:cNvSpPr/>
          <p:nvPr/>
        </p:nvSpPr>
        <p:spPr>
          <a:xfrm>
            <a:off x="832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2.2M</a:t>
            </a:r>
            <a:endParaRPr lang="zh-CN" sz="570" dirty="0"/>
          </a:p>
        </p:txBody>
      </p:sp>
      <p:sp>
        <p:nvSpPr>
          <p:cNvPr id="410" name="T8068"/>
          <p:cNvSpPr/>
          <p:nvPr/>
        </p:nvSpPr>
        <p:spPr>
          <a:xfrm>
            <a:off x="832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11" name="R8069"/>
          <p:cNvSpPr/>
          <p:nvPr/>
        </p:nvSpPr>
        <p:spPr>
          <a:xfrm>
            <a:off x="8716941" y="1362134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2" name="T8070"/>
          <p:cNvSpPr/>
          <p:nvPr/>
        </p:nvSpPr>
        <p:spPr>
          <a:xfrm>
            <a:off x="871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413" name="T8071"/>
          <p:cNvSpPr/>
          <p:nvPr/>
        </p:nvSpPr>
        <p:spPr>
          <a:xfrm>
            <a:off x="871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14" name="R8072"/>
          <p:cNvSpPr/>
          <p:nvPr/>
        </p:nvSpPr>
        <p:spPr>
          <a:xfrm>
            <a:off x="9106941" y="1362134"/>
            <a:ext cx="390000" cy="290000"/>
          </a:xfrm>
          <a:prstGeom prst="rect">
            <a:avLst/>
          </a:prstGeom>
          <a:solidFill>
            <a:srgbClr val="1F3864">
              <a:alpha val="193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5" name="T8073"/>
          <p:cNvSpPr/>
          <p:nvPr/>
        </p:nvSpPr>
        <p:spPr>
          <a:xfrm>
            <a:off x="910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416" name="T8074"/>
          <p:cNvSpPr/>
          <p:nvPr/>
        </p:nvSpPr>
        <p:spPr>
          <a:xfrm>
            <a:off x="910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17" name="R8075"/>
          <p:cNvSpPr/>
          <p:nvPr/>
        </p:nvSpPr>
        <p:spPr>
          <a:xfrm>
            <a:off x="9496941" y="136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8" name="R8076"/>
          <p:cNvSpPr/>
          <p:nvPr/>
        </p:nvSpPr>
        <p:spPr>
          <a:xfrm>
            <a:off x="9886941" y="1362134"/>
            <a:ext cx="390000" cy="290000"/>
          </a:xfrm>
          <a:prstGeom prst="rect">
            <a:avLst/>
          </a:prstGeom>
          <a:solidFill>
            <a:srgbClr val="1F3864">
              <a:alpha val="368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9" name="T8077"/>
          <p:cNvSpPr/>
          <p:nvPr/>
        </p:nvSpPr>
        <p:spPr>
          <a:xfrm>
            <a:off x="988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420" name="T8078"/>
          <p:cNvSpPr/>
          <p:nvPr/>
        </p:nvSpPr>
        <p:spPr>
          <a:xfrm>
            <a:off x="988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21" name="R8079"/>
          <p:cNvSpPr/>
          <p:nvPr/>
        </p:nvSpPr>
        <p:spPr>
          <a:xfrm>
            <a:off x="10276941" y="1362134"/>
            <a:ext cx="390000" cy="290000"/>
          </a:xfrm>
          <a:prstGeom prst="rect">
            <a:avLst/>
          </a:prstGeom>
          <a:solidFill>
            <a:srgbClr val="1F3864">
              <a:alpha val="368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2" name="T8080"/>
          <p:cNvSpPr/>
          <p:nvPr/>
        </p:nvSpPr>
        <p:spPr>
          <a:xfrm>
            <a:off x="1027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423" name="T8081"/>
          <p:cNvSpPr/>
          <p:nvPr/>
        </p:nvSpPr>
        <p:spPr>
          <a:xfrm>
            <a:off x="1027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424" name="R8082"/>
          <p:cNvSpPr/>
          <p:nvPr/>
        </p:nvSpPr>
        <p:spPr>
          <a:xfrm>
            <a:off x="10666941" y="1362134"/>
            <a:ext cx="390000" cy="290000"/>
          </a:xfrm>
          <a:prstGeom prst="rect">
            <a:avLst/>
          </a:prstGeom>
          <a:solidFill>
            <a:srgbClr val="1F3864">
              <a:alpha val="761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5" name="T8083"/>
          <p:cNvSpPr/>
          <p:nvPr/>
        </p:nvSpPr>
        <p:spPr>
          <a:xfrm>
            <a:off x="1066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426" name="T8084"/>
          <p:cNvSpPr/>
          <p:nvPr/>
        </p:nvSpPr>
        <p:spPr>
          <a:xfrm>
            <a:off x="1066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27" name="R8085"/>
          <p:cNvSpPr/>
          <p:nvPr/>
        </p:nvSpPr>
        <p:spPr>
          <a:xfrm>
            <a:off x="11056941" y="1362134"/>
            <a:ext cx="390000" cy="290000"/>
          </a:xfrm>
          <a:prstGeom prst="rect">
            <a:avLst/>
          </a:prstGeom>
          <a:solidFill>
            <a:srgbClr val="1F3864">
              <a:alpha val="4557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8" name="T8086"/>
          <p:cNvSpPr/>
          <p:nvPr/>
        </p:nvSpPr>
        <p:spPr>
          <a:xfrm>
            <a:off x="1105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29" name="T8087"/>
          <p:cNvSpPr/>
          <p:nvPr/>
        </p:nvSpPr>
        <p:spPr>
          <a:xfrm>
            <a:off x="1105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30" name="R8088"/>
          <p:cNvSpPr/>
          <p:nvPr/>
        </p:nvSpPr>
        <p:spPr>
          <a:xfrm>
            <a:off x="11446941" y="1362134"/>
            <a:ext cx="390000" cy="290000"/>
          </a:xfrm>
          <a:prstGeom prst="rect">
            <a:avLst/>
          </a:prstGeom>
          <a:solidFill>
            <a:srgbClr val="808FA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1" name="T8089"/>
          <p:cNvSpPr/>
          <p:nvPr/>
        </p:nvSpPr>
        <p:spPr>
          <a:xfrm>
            <a:off x="1144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zh-CN" sz="570" dirty="0"/>
          </a:p>
        </p:txBody>
      </p:sp>
      <p:sp>
        <p:nvSpPr>
          <p:cNvPr id="432" name="T8090"/>
          <p:cNvSpPr/>
          <p:nvPr/>
        </p:nvSpPr>
        <p:spPr>
          <a:xfrm>
            <a:off x="11481435" y="1526540"/>
            <a:ext cx="298450" cy="107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33" name="T8091"/>
          <p:cNvSpPr/>
          <p:nvPr/>
        </p:nvSpPr>
        <p:spPr>
          <a:xfrm>
            <a:off x="6254496" y="165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680" dirty="0"/>
          </a:p>
        </p:txBody>
      </p:sp>
      <p:sp>
        <p:nvSpPr>
          <p:cNvPr id="434" name="R8092"/>
          <p:cNvSpPr/>
          <p:nvPr/>
        </p:nvSpPr>
        <p:spPr>
          <a:xfrm>
            <a:off x="6766941" y="1652134"/>
            <a:ext cx="390000" cy="290000"/>
          </a:xfrm>
          <a:prstGeom prst="rect">
            <a:avLst/>
          </a:prstGeom>
          <a:solidFill>
            <a:srgbClr val="2980B9">
              <a:alpha val="173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5" name="T8093"/>
          <p:cNvSpPr/>
          <p:nvPr/>
        </p:nvSpPr>
        <p:spPr>
          <a:xfrm>
            <a:off x="67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36" name="T8094"/>
          <p:cNvSpPr/>
          <p:nvPr/>
        </p:nvSpPr>
        <p:spPr>
          <a:xfrm>
            <a:off x="676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37" name="R8095"/>
          <p:cNvSpPr/>
          <p:nvPr/>
        </p:nvSpPr>
        <p:spPr>
          <a:xfrm>
            <a:off x="7156941" y="165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8" name="R8096"/>
          <p:cNvSpPr/>
          <p:nvPr/>
        </p:nvSpPr>
        <p:spPr>
          <a:xfrm>
            <a:off x="7546941" y="1652134"/>
            <a:ext cx="390000" cy="290000"/>
          </a:xfrm>
          <a:prstGeom prst="rect">
            <a:avLst/>
          </a:prstGeom>
          <a:solidFill>
            <a:srgbClr val="2980B9">
              <a:alpha val="3925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9" name="T8097"/>
          <p:cNvSpPr/>
          <p:nvPr/>
        </p:nvSpPr>
        <p:spPr>
          <a:xfrm>
            <a:off x="754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440" name="T8098"/>
          <p:cNvSpPr/>
          <p:nvPr/>
        </p:nvSpPr>
        <p:spPr>
          <a:xfrm>
            <a:off x="754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441" name="R8099"/>
          <p:cNvSpPr/>
          <p:nvPr/>
        </p:nvSpPr>
        <p:spPr>
          <a:xfrm>
            <a:off x="7936941" y="1652134"/>
            <a:ext cx="390000" cy="290000"/>
          </a:xfrm>
          <a:prstGeom prst="rect">
            <a:avLst/>
          </a:prstGeom>
          <a:solidFill>
            <a:srgbClr val="2980B9">
              <a:alpha val="4788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2" name="T8100"/>
          <p:cNvSpPr/>
          <p:nvPr/>
        </p:nvSpPr>
        <p:spPr>
          <a:xfrm>
            <a:off x="793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43" name="T8101"/>
          <p:cNvSpPr/>
          <p:nvPr/>
        </p:nvSpPr>
        <p:spPr>
          <a:xfrm>
            <a:off x="793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444" name="R8102"/>
          <p:cNvSpPr/>
          <p:nvPr/>
        </p:nvSpPr>
        <p:spPr>
          <a:xfrm>
            <a:off x="8326941" y="1652134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5" name="T8103"/>
          <p:cNvSpPr/>
          <p:nvPr/>
        </p:nvSpPr>
        <p:spPr>
          <a:xfrm>
            <a:off x="832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5.4M</a:t>
            </a:r>
            <a:endParaRPr lang="zh-CN" sz="570" dirty="0"/>
          </a:p>
        </p:txBody>
      </p:sp>
      <p:sp>
        <p:nvSpPr>
          <p:cNvPr id="446" name="T8104"/>
          <p:cNvSpPr/>
          <p:nvPr/>
        </p:nvSpPr>
        <p:spPr>
          <a:xfrm>
            <a:off x="832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47" name="R8105"/>
          <p:cNvSpPr/>
          <p:nvPr/>
        </p:nvSpPr>
        <p:spPr>
          <a:xfrm>
            <a:off x="8716941" y="1652134"/>
            <a:ext cx="390000" cy="290000"/>
          </a:xfrm>
          <a:prstGeom prst="rect">
            <a:avLst/>
          </a:prstGeom>
          <a:solidFill>
            <a:srgbClr val="2980B9">
              <a:alpha val="4805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8" name="T8106"/>
          <p:cNvSpPr/>
          <p:nvPr/>
        </p:nvSpPr>
        <p:spPr>
          <a:xfrm>
            <a:off x="871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2.8M</a:t>
            </a:r>
            <a:endParaRPr lang="zh-CN" sz="570" dirty="0"/>
          </a:p>
        </p:txBody>
      </p:sp>
      <p:sp>
        <p:nvSpPr>
          <p:cNvPr id="449" name="T8107"/>
          <p:cNvSpPr/>
          <p:nvPr/>
        </p:nvSpPr>
        <p:spPr>
          <a:xfrm>
            <a:off x="871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450" name="R8108"/>
          <p:cNvSpPr/>
          <p:nvPr/>
        </p:nvSpPr>
        <p:spPr>
          <a:xfrm>
            <a:off x="9106941" y="1652134"/>
            <a:ext cx="390000" cy="290000"/>
          </a:xfrm>
          <a:prstGeom prst="rect">
            <a:avLst/>
          </a:prstGeom>
          <a:solidFill>
            <a:srgbClr val="2980B9">
              <a:alpha val="1780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1" name="T8109"/>
          <p:cNvSpPr/>
          <p:nvPr/>
        </p:nvSpPr>
        <p:spPr>
          <a:xfrm>
            <a:off x="910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52" name="T8110"/>
          <p:cNvSpPr/>
          <p:nvPr/>
        </p:nvSpPr>
        <p:spPr>
          <a:xfrm>
            <a:off x="910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53" name="R8111"/>
          <p:cNvSpPr/>
          <p:nvPr/>
        </p:nvSpPr>
        <p:spPr>
          <a:xfrm>
            <a:off x="9496941" y="1652134"/>
            <a:ext cx="390000" cy="290000"/>
          </a:xfrm>
          <a:prstGeom prst="rect">
            <a:avLst/>
          </a:prstGeom>
          <a:solidFill>
            <a:srgbClr val="2980B9">
              <a:alpha val="5958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4" name="T8112"/>
          <p:cNvSpPr/>
          <p:nvPr/>
        </p:nvSpPr>
        <p:spPr>
          <a:xfrm>
            <a:off x="949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zh-CN" sz="570" dirty="0"/>
          </a:p>
        </p:txBody>
      </p:sp>
      <p:sp>
        <p:nvSpPr>
          <p:cNvPr id="455" name="T8113"/>
          <p:cNvSpPr/>
          <p:nvPr/>
        </p:nvSpPr>
        <p:spPr>
          <a:xfrm>
            <a:off x="949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456" name="R8114"/>
          <p:cNvSpPr/>
          <p:nvPr/>
        </p:nvSpPr>
        <p:spPr>
          <a:xfrm>
            <a:off x="9886941" y="1652134"/>
            <a:ext cx="390000" cy="290000"/>
          </a:xfrm>
          <a:prstGeom prst="rect">
            <a:avLst/>
          </a:prstGeom>
          <a:solidFill>
            <a:srgbClr val="2980B9">
              <a:alpha val="1593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7" name="T8115"/>
          <p:cNvSpPr/>
          <p:nvPr/>
        </p:nvSpPr>
        <p:spPr>
          <a:xfrm>
            <a:off x="988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458" name="T8116"/>
          <p:cNvSpPr/>
          <p:nvPr/>
        </p:nvSpPr>
        <p:spPr>
          <a:xfrm>
            <a:off x="988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59" name="R8117"/>
          <p:cNvSpPr/>
          <p:nvPr/>
        </p:nvSpPr>
        <p:spPr>
          <a:xfrm>
            <a:off x="10276941" y="1652134"/>
            <a:ext cx="390000" cy="290000"/>
          </a:xfrm>
          <a:prstGeom prst="rect">
            <a:avLst/>
          </a:prstGeom>
          <a:solidFill>
            <a:srgbClr val="2980B9">
              <a:alpha val="243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0" name="T8118"/>
          <p:cNvSpPr/>
          <p:nvPr/>
        </p:nvSpPr>
        <p:spPr>
          <a:xfrm>
            <a:off x="1027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461" name="T8119"/>
          <p:cNvSpPr/>
          <p:nvPr/>
        </p:nvSpPr>
        <p:spPr>
          <a:xfrm>
            <a:off x="1027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62" name="R8120"/>
          <p:cNvSpPr/>
          <p:nvPr/>
        </p:nvSpPr>
        <p:spPr>
          <a:xfrm>
            <a:off x="10666941" y="1652134"/>
            <a:ext cx="390000" cy="290000"/>
          </a:xfrm>
          <a:prstGeom prst="rect">
            <a:avLst/>
          </a:prstGeom>
          <a:solidFill>
            <a:srgbClr val="2980B9">
              <a:alpha val="67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3" name="T8121"/>
          <p:cNvSpPr/>
          <p:nvPr/>
        </p:nvSpPr>
        <p:spPr>
          <a:xfrm>
            <a:off x="106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4.4M</a:t>
            </a:r>
            <a:endParaRPr lang="zh-CN" sz="570" dirty="0"/>
          </a:p>
        </p:txBody>
      </p:sp>
      <p:sp>
        <p:nvSpPr>
          <p:cNvPr id="464" name="T8122"/>
          <p:cNvSpPr/>
          <p:nvPr/>
        </p:nvSpPr>
        <p:spPr>
          <a:xfrm>
            <a:off x="1066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465" name="R8123"/>
          <p:cNvSpPr/>
          <p:nvPr/>
        </p:nvSpPr>
        <p:spPr>
          <a:xfrm>
            <a:off x="11056941" y="1652134"/>
            <a:ext cx="390000" cy="290000"/>
          </a:xfrm>
          <a:prstGeom prst="rect">
            <a:avLst/>
          </a:prstGeom>
          <a:solidFill>
            <a:srgbClr val="2980B9">
              <a:alpha val="3746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6" name="T8124"/>
          <p:cNvSpPr/>
          <p:nvPr/>
        </p:nvSpPr>
        <p:spPr>
          <a:xfrm>
            <a:off x="1105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zh-CN" sz="570" dirty="0"/>
          </a:p>
        </p:txBody>
      </p:sp>
      <p:sp>
        <p:nvSpPr>
          <p:cNvPr id="467" name="T8125"/>
          <p:cNvSpPr/>
          <p:nvPr/>
        </p:nvSpPr>
        <p:spPr>
          <a:xfrm>
            <a:off x="1105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468" name="R8126"/>
          <p:cNvSpPr/>
          <p:nvPr/>
        </p:nvSpPr>
        <p:spPr>
          <a:xfrm>
            <a:off x="11446941" y="1652134"/>
            <a:ext cx="390000" cy="290000"/>
          </a:xfrm>
          <a:prstGeom prst="rect">
            <a:avLst/>
          </a:prstGeom>
          <a:solidFill>
            <a:srgbClr val="6FA9D0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9" name="T8127"/>
          <p:cNvSpPr/>
          <p:nvPr/>
        </p:nvSpPr>
        <p:spPr>
          <a:xfrm>
            <a:off x="1144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473" name="T8128"/>
          <p:cNvSpPr/>
          <p:nvPr/>
        </p:nvSpPr>
        <p:spPr>
          <a:xfrm>
            <a:off x="11532870" y="1834515"/>
            <a:ext cx="219710" cy="107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474" name="T8129"/>
          <p:cNvSpPr/>
          <p:nvPr/>
        </p:nvSpPr>
        <p:spPr>
          <a:xfrm>
            <a:off x="6254496" y="194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680" dirty="0"/>
          </a:p>
        </p:txBody>
      </p:sp>
      <p:sp>
        <p:nvSpPr>
          <p:cNvPr id="475" name="R8130"/>
          <p:cNvSpPr/>
          <p:nvPr/>
        </p:nvSpPr>
        <p:spPr>
          <a:xfrm>
            <a:off x="6766941" y="1942134"/>
            <a:ext cx="390000" cy="290000"/>
          </a:xfrm>
          <a:prstGeom prst="rect">
            <a:avLst/>
          </a:prstGeom>
          <a:solidFill>
            <a:srgbClr val="E67E22">
              <a:alpha val="174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6" name="T8131"/>
          <p:cNvSpPr/>
          <p:nvPr/>
        </p:nvSpPr>
        <p:spPr>
          <a:xfrm>
            <a:off x="67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77" name="T8132"/>
          <p:cNvSpPr/>
          <p:nvPr/>
        </p:nvSpPr>
        <p:spPr>
          <a:xfrm>
            <a:off x="67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78" name="R8133"/>
          <p:cNvSpPr/>
          <p:nvPr/>
        </p:nvSpPr>
        <p:spPr>
          <a:xfrm>
            <a:off x="7156941" y="1942134"/>
            <a:ext cx="390000" cy="290000"/>
          </a:xfrm>
          <a:prstGeom prst="rect">
            <a:avLst/>
          </a:prstGeom>
          <a:solidFill>
            <a:srgbClr val="E67E22">
              <a:alpha val="1868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9" name="T8134"/>
          <p:cNvSpPr/>
          <p:nvPr/>
        </p:nvSpPr>
        <p:spPr>
          <a:xfrm>
            <a:off x="715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80" name="T8135"/>
          <p:cNvSpPr/>
          <p:nvPr/>
        </p:nvSpPr>
        <p:spPr>
          <a:xfrm>
            <a:off x="715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81" name="R8136"/>
          <p:cNvSpPr/>
          <p:nvPr/>
        </p:nvSpPr>
        <p:spPr>
          <a:xfrm>
            <a:off x="7546941" y="1942134"/>
            <a:ext cx="390000" cy="290000"/>
          </a:xfrm>
          <a:prstGeom prst="rect">
            <a:avLst/>
          </a:prstGeom>
          <a:solidFill>
            <a:srgbClr val="E67E22">
              <a:alpha val="3246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2" name="T8137"/>
          <p:cNvSpPr/>
          <p:nvPr/>
        </p:nvSpPr>
        <p:spPr>
          <a:xfrm>
            <a:off x="754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483" name="T8138"/>
          <p:cNvSpPr/>
          <p:nvPr/>
        </p:nvSpPr>
        <p:spPr>
          <a:xfrm>
            <a:off x="754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84" name="R8139"/>
          <p:cNvSpPr/>
          <p:nvPr/>
        </p:nvSpPr>
        <p:spPr>
          <a:xfrm>
            <a:off x="7936941" y="1942134"/>
            <a:ext cx="390000" cy="290000"/>
          </a:xfrm>
          <a:prstGeom prst="rect">
            <a:avLst/>
          </a:prstGeom>
          <a:solidFill>
            <a:srgbClr val="E67E22">
              <a:alpha val="321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5" name="T8140"/>
          <p:cNvSpPr/>
          <p:nvPr/>
        </p:nvSpPr>
        <p:spPr>
          <a:xfrm>
            <a:off x="793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486" name="T8141"/>
          <p:cNvSpPr/>
          <p:nvPr/>
        </p:nvSpPr>
        <p:spPr>
          <a:xfrm>
            <a:off x="793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87" name="R8142"/>
          <p:cNvSpPr/>
          <p:nvPr/>
        </p:nvSpPr>
        <p:spPr>
          <a:xfrm>
            <a:off x="8326941" y="1942134"/>
            <a:ext cx="390000" cy="290000"/>
          </a:xfrm>
          <a:prstGeom prst="rect">
            <a:avLst/>
          </a:prstGeom>
          <a:solidFill>
            <a:srgbClr val="E67E22">
              <a:alpha val="776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8" name="T8143"/>
          <p:cNvSpPr/>
          <p:nvPr/>
        </p:nvSpPr>
        <p:spPr>
          <a:xfrm>
            <a:off x="832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489" name="T8144"/>
          <p:cNvSpPr/>
          <p:nvPr/>
        </p:nvSpPr>
        <p:spPr>
          <a:xfrm>
            <a:off x="832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90" name="R8145"/>
          <p:cNvSpPr/>
          <p:nvPr/>
        </p:nvSpPr>
        <p:spPr>
          <a:xfrm>
            <a:off x="8716941" y="1942134"/>
            <a:ext cx="390000" cy="290000"/>
          </a:xfrm>
          <a:prstGeom prst="rect">
            <a:avLst/>
          </a:prstGeom>
          <a:solidFill>
            <a:srgbClr val="E67E22">
              <a:alpha val="362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1" name="T8146"/>
          <p:cNvSpPr/>
          <p:nvPr/>
        </p:nvSpPr>
        <p:spPr>
          <a:xfrm>
            <a:off x="871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1.4M</a:t>
            </a:r>
            <a:endParaRPr lang="zh-CN" sz="570" dirty="0"/>
          </a:p>
        </p:txBody>
      </p:sp>
      <p:sp>
        <p:nvSpPr>
          <p:cNvPr id="492" name="T8147"/>
          <p:cNvSpPr/>
          <p:nvPr/>
        </p:nvSpPr>
        <p:spPr>
          <a:xfrm>
            <a:off x="871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93" name="R8148"/>
          <p:cNvSpPr/>
          <p:nvPr/>
        </p:nvSpPr>
        <p:spPr>
          <a:xfrm>
            <a:off x="9106941" y="194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4" name="R8149"/>
          <p:cNvSpPr/>
          <p:nvPr/>
        </p:nvSpPr>
        <p:spPr>
          <a:xfrm>
            <a:off x="9496941" y="1942134"/>
            <a:ext cx="390000" cy="290000"/>
          </a:xfrm>
          <a:prstGeom prst="rect">
            <a:avLst/>
          </a:prstGeom>
          <a:solidFill>
            <a:srgbClr val="E67E22">
              <a:alpha val="224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5" name="T8150"/>
          <p:cNvSpPr/>
          <p:nvPr/>
        </p:nvSpPr>
        <p:spPr>
          <a:xfrm>
            <a:off x="949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496" name="T8151"/>
          <p:cNvSpPr/>
          <p:nvPr/>
        </p:nvSpPr>
        <p:spPr>
          <a:xfrm>
            <a:off x="949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497" name="R8152"/>
          <p:cNvSpPr/>
          <p:nvPr/>
        </p:nvSpPr>
        <p:spPr>
          <a:xfrm>
            <a:off x="9886941" y="1942134"/>
            <a:ext cx="390000" cy="290000"/>
          </a:xfrm>
          <a:prstGeom prst="rect">
            <a:avLst/>
          </a:prstGeom>
          <a:solidFill>
            <a:srgbClr val="E67E22">
              <a:alpha val="174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8" name="T8153"/>
          <p:cNvSpPr/>
          <p:nvPr/>
        </p:nvSpPr>
        <p:spPr>
          <a:xfrm>
            <a:off x="988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99" name="T8154"/>
          <p:cNvSpPr/>
          <p:nvPr/>
        </p:nvSpPr>
        <p:spPr>
          <a:xfrm>
            <a:off x="988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00" name="R8155"/>
          <p:cNvSpPr/>
          <p:nvPr/>
        </p:nvSpPr>
        <p:spPr>
          <a:xfrm>
            <a:off x="10276941" y="1942134"/>
            <a:ext cx="390000" cy="290000"/>
          </a:xfrm>
          <a:prstGeom prst="rect">
            <a:avLst/>
          </a:prstGeom>
          <a:solidFill>
            <a:srgbClr val="E67E22">
              <a:alpha val="211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1" name="T8156"/>
          <p:cNvSpPr/>
          <p:nvPr/>
        </p:nvSpPr>
        <p:spPr>
          <a:xfrm>
            <a:off x="1027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02" name="T8157"/>
          <p:cNvSpPr/>
          <p:nvPr/>
        </p:nvSpPr>
        <p:spPr>
          <a:xfrm>
            <a:off x="1027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03" name="R8158"/>
          <p:cNvSpPr/>
          <p:nvPr/>
        </p:nvSpPr>
        <p:spPr>
          <a:xfrm>
            <a:off x="10666941" y="1942134"/>
            <a:ext cx="390000" cy="290000"/>
          </a:xfrm>
          <a:prstGeom prst="rect">
            <a:avLst/>
          </a:prstGeom>
          <a:solidFill>
            <a:srgbClr val="E67E22">
              <a:alpha val="325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4" name="T8159"/>
          <p:cNvSpPr/>
          <p:nvPr/>
        </p:nvSpPr>
        <p:spPr>
          <a:xfrm>
            <a:off x="106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505" name="T8160"/>
          <p:cNvSpPr/>
          <p:nvPr/>
        </p:nvSpPr>
        <p:spPr>
          <a:xfrm>
            <a:off x="106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506" name="R8161"/>
          <p:cNvSpPr/>
          <p:nvPr/>
        </p:nvSpPr>
        <p:spPr>
          <a:xfrm>
            <a:off x="11056941" y="1942134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7" name="T8162"/>
          <p:cNvSpPr/>
          <p:nvPr/>
        </p:nvSpPr>
        <p:spPr>
          <a:xfrm>
            <a:off x="1105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508" name="T8163"/>
          <p:cNvSpPr/>
          <p:nvPr/>
        </p:nvSpPr>
        <p:spPr>
          <a:xfrm>
            <a:off x="1105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509" name="R8164"/>
          <p:cNvSpPr/>
          <p:nvPr/>
        </p:nvSpPr>
        <p:spPr>
          <a:xfrm>
            <a:off x="11446941" y="1942134"/>
            <a:ext cx="390000" cy="290000"/>
          </a:xfrm>
          <a:prstGeom prst="rect">
            <a:avLst/>
          </a:prstGeom>
          <a:solidFill>
            <a:srgbClr val="F7D5B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0" name="T8165"/>
          <p:cNvSpPr/>
          <p:nvPr/>
        </p:nvSpPr>
        <p:spPr>
          <a:xfrm>
            <a:off x="1144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511" name="T8166"/>
          <p:cNvSpPr/>
          <p:nvPr/>
        </p:nvSpPr>
        <p:spPr>
          <a:xfrm>
            <a:off x="11527155" y="2115820"/>
            <a:ext cx="193675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12" name="T8167"/>
          <p:cNvSpPr/>
          <p:nvPr/>
        </p:nvSpPr>
        <p:spPr>
          <a:xfrm>
            <a:off x="6254496" y="223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680" dirty="0"/>
          </a:p>
        </p:txBody>
      </p:sp>
      <p:sp>
        <p:nvSpPr>
          <p:cNvPr id="513" name="R8168"/>
          <p:cNvSpPr/>
          <p:nvPr/>
        </p:nvSpPr>
        <p:spPr>
          <a:xfrm>
            <a:off x="676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4" name="R8169"/>
          <p:cNvSpPr/>
          <p:nvPr/>
        </p:nvSpPr>
        <p:spPr>
          <a:xfrm>
            <a:off x="7156941" y="2232134"/>
            <a:ext cx="390000" cy="290000"/>
          </a:xfrm>
          <a:prstGeom prst="rect">
            <a:avLst/>
          </a:prstGeom>
          <a:solidFill>
            <a:srgbClr val="8E44AD">
              <a:alpha val="2794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5" name="T8170"/>
          <p:cNvSpPr/>
          <p:nvPr/>
        </p:nvSpPr>
        <p:spPr>
          <a:xfrm>
            <a:off x="715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516" name="T8171"/>
          <p:cNvSpPr/>
          <p:nvPr/>
        </p:nvSpPr>
        <p:spPr>
          <a:xfrm>
            <a:off x="715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17" name="R8172"/>
          <p:cNvSpPr/>
          <p:nvPr/>
        </p:nvSpPr>
        <p:spPr>
          <a:xfrm>
            <a:off x="754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8" name="R8173"/>
          <p:cNvSpPr/>
          <p:nvPr/>
        </p:nvSpPr>
        <p:spPr>
          <a:xfrm>
            <a:off x="793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9" name="R8174"/>
          <p:cNvSpPr/>
          <p:nvPr/>
        </p:nvSpPr>
        <p:spPr>
          <a:xfrm>
            <a:off x="8326941" y="2232134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0" name="T8175"/>
          <p:cNvSpPr/>
          <p:nvPr/>
        </p:nvSpPr>
        <p:spPr>
          <a:xfrm>
            <a:off x="832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521" name="T8176"/>
          <p:cNvSpPr/>
          <p:nvPr/>
        </p:nvSpPr>
        <p:spPr>
          <a:xfrm>
            <a:off x="832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22" name="R8177"/>
          <p:cNvSpPr/>
          <p:nvPr/>
        </p:nvSpPr>
        <p:spPr>
          <a:xfrm>
            <a:off x="871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3" name="R8178"/>
          <p:cNvSpPr/>
          <p:nvPr/>
        </p:nvSpPr>
        <p:spPr>
          <a:xfrm>
            <a:off x="9106941" y="2232134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4" name="T8179"/>
          <p:cNvSpPr/>
          <p:nvPr/>
        </p:nvSpPr>
        <p:spPr>
          <a:xfrm>
            <a:off x="910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25" name="T8180"/>
          <p:cNvSpPr/>
          <p:nvPr/>
        </p:nvSpPr>
        <p:spPr>
          <a:xfrm>
            <a:off x="910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26" name="R8181"/>
          <p:cNvSpPr/>
          <p:nvPr/>
        </p:nvSpPr>
        <p:spPr>
          <a:xfrm>
            <a:off x="949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7" name="R8182"/>
          <p:cNvSpPr/>
          <p:nvPr/>
        </p:nvSpPr>
        <p:spPr>
          <a:xfrm>
            <a:off x="988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8" name="R8183"/>
          <p:cNvSpPr/>
          <p:nvPr/>
        </p:nvSpPr>
        <p:spPr>
          <a:xfrm>
            <a:off x="1027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9" name="R8184"/>
          <p:cNvSpPr/>
          <p:nvPr/>
        </p:nvSpPr>
        <p:spPr>
          <a:xfrm>
            <a:off x="1066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0" name="R8185"/>
          <p:cNvSpPr/>
          <p:nvPr/>
        </p:nvSpPr>
        <p:spPr>
          <a:xfrm>
            <a:off x="1105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1" name="R8186"/>
          <p:cNvSpPr/>
          <p:nvPr/>
        </p:nvSpPr>
        <p:spPr>
          <a:xfrm>
            <a:off x="11446941" y="2232134"/>
            <a:ext cx="390000" cy="290000"/>
          </a:xfrm>
          <a:prstGeom prst="rect">
            <a:avLst/>
          </a:prstGeom>
          <a:solidFill>
            <a:srgbClr val="DDCAE7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32" name="T8187"/>
          <p:cNvSpPr/>
          <p:nvPr/>
        </p:nvSpPr>
        <p:spPr>
          <a:xfrm>
            <a:off x="1144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533" name="T8188"/>
          <p:cNvSpPr/>
          <p:nvPr/>
        </p:nvSpPr>
        <p:spPr>
          <a:xfrm>
            <a:off x="1143551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34" name="T8189"/>
          <p:cNvSpPr/>
          <p:nvPr/>
        </p:nvSpPr>
        <p:spPr>
          <a:xfrm>
            <a:off x="6254496" y="252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680" dirty="0"/>
          </a:p>
        </p:txBody>
      </p:sp>
      <p:sp>
        <p:nvSpPr>
          <p:cNvPr id="535" name="R8190"/>
          <p:cNvSpPr/>
          <p:nvPr/>
        </p:nvSpPr>
        <p:spPr>
          <a:xfrm>
            <a:off x="6766941" y="2522134"/>
            <a:ext cx="390000" cy="290000"/>
          </a:xfrm>
          <a:prstGeom prst="rect">
            <a:avLst/>
          </a:prstGeom>
          <a:solidFill>
            <a:srgbClr val="94A3B8">
              <a:alpha val="384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6" name="T8191"/>
          <p:cNvSpPr/>
          <p:nvPr/>
        </p:nvSpPr>
        <p:spPr>
          <a:xfrm>
            <a:off x="676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37" name="T8192"/>
          <p:cNvSpPr/>
          <p:nvPr/>
        </p:nvSpPr>
        <p:spPr>
          <a:xfrm>
            <a:off x="676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38" name="R8193"/>
          <p:cNvSpPr/>
          <p:nvPr/>
        </p:nvSpPr>
        <p:spPr>
          <a:xfrm>
            <a:off x="7156941" y="2522134"/>
            <a:ext cx="390000" cy="290000"/>
          </a:xfrm>
          <a:prstGeom prst="rect">
            <a:avLst/>
          </a:prstGeom>
          <a:solidFill>
            <a:srgbClr val="94A3B8">
              <a:alpha val="374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9" name="T8194"/>
          <p:cNvSpPr/>
          <p:nvPr/>
        </p:nvSpPr>
        <p:spPr>
          <a:xfrm>
            <a:off x="715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40" name="T8195"/>
          <p:cNvSpPr/>
          <p:nvPr/>
        </p:nvSpPr>
        <p:spPr>
          <a:xfrm>
            <a:off x="715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41" name="R8196"/>
          <p:cNvSpPr/>
          <p:nvPr/>
        </p:nvSpPr>
        <p:spPr>
          <a:xfrm>
            <a:off x="7546941" y="2522134"/>
            <a:ext cx="390000" cy="290000"/>
          </a:xfrm>
          <a:prstGeom prst="rect">
            <a:avLst/>
          </a:prstGeom>
          <a:solidFill>
            <a:srgbClr val="94A3B8">
              <a:alpha val="187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2" name="T8197"/>
          <p:cNvSpPr/>
          <p:nvPr/>
        </p:nvSpPr>
        <p:spPr>
          <a:xfrm>
            <a:off x="754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43" name="T8198"/>
          <p:cNvSpPr/>
          <p:nvPr/>
        </p:nvSpPr>
        <p:spPr>
          <a:xfrm>
            <a:off x="754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44" name="R8199"/>
          <p:cNvSpPr/>
          <p:nvPr/>
        </p:nvSpPr>
        <p:spPr>
          <a:xfrm>
            <a:off x="7936941" y="2522134"/>
            <a:ext cx="390000" cy="290000"/>
          </a:xfrm>
          <a:prstGeom prst="rect">
            <a:avLst/>
          </a:prstGeom>
          <a:solidFill>
            <a:srgbClr val="94A3B8">
              <a:alpha val="187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5" name="T8200"/>
          <p:cNvSpPr/>
          <p:nvPr/>
        </p:nvSpPr>
        <p:spPr>
          <a:xfrm>
            <a:off x="793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46" name="T8201"/>
          <p:cNvSpPr/>
          <p:nvPr/>
        </p:nvSpPr>
        <p:spPr>
          <a:xfrm>
            <a:off x="793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47" name="R8202"/>
          <p:cNvSpPr/>
          <p:nvPr/>
        </p:nvSpPr>
        <p:spPr>
          <a:xfrm>
            <a:off x="8326941" y="2522134"/>
            <a:ext cx="390000" cy="290000"/>
          </a:xfrm>
          <a:prstGeom prst="rect">
            <a:avLst/>
          </a:prstGeom>
          <a:solidFill>
            <a:srgbClr val="94A3B8">
              <a:alpha val="396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8" name="T8203"/>
          <p:cNvSpPr/>
          <p:nvPr/>
        </p:nvSpPr>
        <p:spPr>
          <a:xfrm>
            <a:off x="832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49" name="T8204"/>
          <p:cNvSpPr/>
          <p:nvPr/>
        </p:nvSpPr>
        <p:spPr>
          <a:xfrm>
            <a:off x="832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50" name="R8205"/>
          <p:cNvSpPr/>
          <p:nvPr/>
        </p:nvSpPr>
        <p:spPr>
          <a:xfrm>
            <a:off x="8716941" y="252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1" name="R8206"/>
          <p:cNvSpPr/>
          <p:nvPr/>
        </p:nvSpPr>
        <p:spPr>
          <a:xfrm>
            <a:off x="9106941" y="2522134"/>
            <a:ext cx="390000" cy="290000"/>
          </a:xfrm>
          <a:prstGeom prst="rect">
            <a:avLst/>
          </a:prstGeom>
          <a:solidFill>
            <a:srgbClr val="94A3B8">
              <a:alpha val="337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2" name="T8207"/>
          <p:cNvSpPr/>
          <p:nvPr/>
        </p:nvSpPr>
        <p:spPr>
          <a:xfrm>
            <a:off x="910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53" name="T8208"/>
          <p:cNvSpPr/>
          <p:nvPr/>
        </p:nvSpPr>
        <p:spPr>
          <a:xfrm>
            <a:off x="910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54" name="R8209"/>
          <p:cNvSpPr/>
          <p:nvPr/>
        </p:nvSpPr>
        <p:spPr>
          <a:xfrm>
            <a:off x="9496941" y="252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5" name="R8210"/>
          <p:cNvSpPr/>
          <p:nvPr/>
        </p:nvSpPr>
        <p:spPr>
          <a:xfrm>
            <a:off x="9886941" y="2522134"/>
            <a:ext cx="390000" cy="290000"/>
          </a:xfrm>
          <a:prstGeom prst="rect">
            <a:avLst/>
          </a:prstGeom>
          <a:solidFill>
            <a:srgbClr val="94A3B8">
              <a:alpha val="188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6" name="T8211"/>
          <p:cNvSpPr/>
          <p:nvPr/>
        </p:nvSpPr>
        <p:spPr>
          <a:xfrm>
            <a:off x="988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57" name="T8212"/>
          <p:cNvSpPr/>
          <p:nvPr/>
        </p:nvSpPr>
        <p:spPr>
          <a:xfrm>
            <a:off x="988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58" name="R8213"/>
          <p:cNvSpPr/>
          <p:nvPr/>
        </p:nvSpPr>
        <p:spPr>
          <a:xfrm>
            <a:off x="10276941" y="2522134"/>
            <a:ext cx="390000" cy="290000"/>
          </a:xfrm>
          <a:prstGeom prst="rect">
            <a:avLst/>
          </a:prstGeom>
          <a:solidFill>
            <a:srgbClr val="94A3B8">
              <a:alpha val="2080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9" name="T8214"/>
          <p:cNvSpPr/>
          <p:nvPr/>
        </p:nvSpPr>
        <p:spPr>
          <a:xfrm>
            <a:off x="1027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60" name="T8215"/>
          <p:cNvSpPr/>
          <p:nvPr/>
        </p:nvSpPr>
        <p:spPr>
          <a:xfrm>
            <a:off x="1027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61" name="R8216"/>
          <p:cNvSpPr/>
          <p:nvPr/>
        </p:nvSpPr>
        <p:spPr>
          <a:xfrm>
            <a:off x="10666941" y="2522134"/>
            <a:ext cx="390000" cy="290000"/>
          </a:xfrm>
          <a:prstGeom prst="rect">
            <a:avLst/>
          </a:prstGeom>
          <a:solidFill>
            <a:srgbClr val="94A3B8">
              <a:alpha val="458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2" name="T8217"/>
          <p:cNvSpPr/>
          <p:nvPr/>
        </p:nvSpPr>
        <p:spPr>
          <a:xfrm>
            <a:off x="1066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563" name="T8218"/>
          <p:cNvSpPr/>
          <p:nvPr/>
        </p:nvSpPr>
        <p:spPr>
          <a:xfrm>
            <a:off x="1066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64" name="R8219"/>
          <p:cNvSpPr/>
          <p:nvPr/>
        </p:nvSpPr>
        <p:spPr>
          <a:xfrm>
            <a:off x="11056941" y="2522134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5" name="T8220"/>
          <p:cNvSpPr/>
          <p:nvPr/>
        </p:nvSpPr>
        <p:spPr>
          <a:xfrm>
            <a:off x="1105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566" name="T8221"/>
          <p:cNvSpPr/>
          <p:nvPr/>
        </p:nvSpPr>
        <p:spPr>
          <a:xfrm>
            <a:off x="1105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567" name="T8223"/>
          <p:cNvSpPr/>
          <p:nvPr/>
        </p:nvSpPr>
        <p:spPr>
          <a:xfrm>
            <a:off x="1144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568" name="T8225"/>
          <p:cNvSpPr/>
          <p:nvPr/>
        </p:nvSpPr>
        <p:spPr>
          <a:xfrm>
            <a:off x="6254496" y="281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680" dirty="0"/>
          </a:p>
        </p:txBody>
      </p:sp>
      <p:sp>
        <p:nvSpPr>
          <p:cNvPr id="569" name="R8226"/>
          <p:cNvSpPr/>
          <p:nvPr/>
        </p:nvSpPr>
        <p:spPr>
          <a:xfrm>
            <a:off x="6766941" y="2812134"/>
            <a:ext cx="390000" cy="290000"/>
          </a:xfrm>
          <a:prstGeom prst="rect">
            <a:avLst/>
          </a:prstGeom>
          <a:solidFill>
            <a:srgbClr val="374151">
              <a:alpha val="182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0" name="T8227"/>
          <p:cNvSpPr/>
          <p:nvPr/>
        </p:nvSpPr>
        <p:spPr>
          <a:xfrm>
            <a:off x="676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2.6M</a:t>
            </a:r>
            <a:endParaRPr lang="zh-CN" sz="570" dirty="0"/>
          </a:p>
        </p:txBody>
      </p:sp>
      <p:sp>
        <p:nvSpPr>
          <p:cNvPr id="571" name="T8228"/>
          <p:cNvSpPr/>
          <p:nvPr/>
        </p:nvSpPr>
        <p:spPr>
          <a:xfrm>
            <a:off x="676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572" name="R8229"/>
          <p:cNvSpPr/>
          <p:nvPr/>
        </p:nvSpPr>
        <p:spPr>
          <a:xfrm>
            <a:off x="7156941" y="2812134"/>
            <a:ext cx="390000" cy="290000"/>
          </a:xfrm>
          <a:prstGeom prst="rect">
            <a:avLst/>
          </a:prstGeom>
          <a:solidFill>
            <a:srgbClr val="374151">
              <a:alpha val="2768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3" name="T8230"/>
          <p:cNvSpPr/>
          <p:nvPr/>
        </p:nvSpPr>
        <p:spPr>
          <a:xfrm>
            <a:off x="715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10.2M</a:t>
            </a:r>
            <a:endParaRPr lang="zh-CN" sz="570" dirty="0"/>
          </a:p>
        </p:txBody>
      </p:sp>
      <p:sp>
        <p:nvSpPr>
          <p:cNvPr id="574" name="T8231"/>
          <p:cNvSpPr/>
          <p:nvPr/>
        </p:nvSpPr>
        <p:spPr>
          <a:xfrm>
            <a:off x="715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575" name="R8232"/>
          <p:cNvSpPr/>
          <p:nvPr/>
        </p:nvSpPr>
        <p:spPr>
          <a:xfrm>
            <a:off x="7546941" y="2812134"/>
            <a:ext cx="390000" cy="290000"/>
          </a:xfrm>
          <a:prstGeom prst="rect">
            <a:avLst/>
          </a:prstGeom>
          <a:solidFill>
            <a:srgbClr val="374151">
              <a:alpha val="3315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6" name="T8233"/>
          <p:cNvSpPr/>
          <p:nvPr/>
        </p:nvSpPr>
        <p:spPr>
          <a:xfrm>
            <a:off x="754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zh-CN" sz="570" dirty="0"/>
          </a:p>
        </p:txBody>
      </p:sp>
      <p:sp>
        <p:nvSpPr>
          <p:cNvPr id="577" name="T8234"/>
          <p:cNvSpPr/>
          <p:nvPr/>
        </p:nvSpPr>
        <p:spPr>
          <a:xfrm>
            <a:off x="754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zh-CN" sz="500" dirty="0"/>
          </a:p>
        </p:txBody>
      </p:sp>
      <p:sp>
        <p:nvSpPr>
          <p:cNvPr id="578" name="R8235"/>
          <p:cNvSpPr/>
          <p:nvPr/>
        </p:nvSpPr>
        <p:spPr>
          <a:xfrm>
            <a:off x="7936941" y="2812134"/>
            <a:ext cx="390000" cy="290000"/>
          </a:xfrm>
          <a:prstGeom prst="rect">
            <a:avLst/>
          </a:prstGeom>
          <a:solidFill>
            <a:srgbClr val="374151">
              <a:alpha val="2959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9" name="T8236"/>
          <p:cNvSpPr/>
          <p:nvPr/>
        </p:nvSpPr>
        <p:spPr>
          <a:xfrm>
            <a:off x="793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11.8M</a:t>
            </a:r>
            <a:endParaRPr lang="zh-CN" sz="570" dirty="0"/>
          </a:p>
        </p:txBody>
      </p:sp>
      <p:sp>
        <p:nvSpPr>
          <p:cNvPr id="580" name="T8237"/>
          <p:cNvSpPr/>
          <p:nvPr/>
        </p:nvSpPr>
        <p:spPr>
          <a:xfrm>
            <a:off x="793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</a:t>
            </a:r>
            <a:endParaRPr lang="zh-CN" sz="500" dirty="0"/>
          </a:p>
        </p:txBody>
      </p:sp>
      <p:sp>
        <p:nvSpPr>
          <p:cNvPr id="581" name="R8238"/>
          <p:cNvSpPr/>
          <p:nvPr/>
        </p:nvSpPr>
        <p:spPr>
          <a:xfrm>
            <a:off x="8326941" y="2812134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2" name="T8239"/>
          <p:cNvSpPr/>
          <p:nvPr/>
        </p:nvSpPr>
        <p:spPr>
          <a:xfrm>
            <a:off x="832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32.3M</a:t>
            </a:r>
            <a:endParaRPr lang="zh-CN" sz="570" dirty="0"/>
          </a:p>
        </p:txBody>
      </p:sp>
      <p:sp>
        <p:nvSpPr>
          <p:cNvPr id="583" name="T8240"/>
          <p:cNvSpPr/>
          <p:nvPr/>
        </p:nvSpPr>
        <p:spPr>
          <a:xfrm>
            <a:off x="832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zh-CN" sz="500" dirty="0"/>
          </a:p>
        </p:txBody>
      </p:sp>
      <p:sp>
        <p:nvSpPr>
          <p:cNvPr id="584" name="R8241"/>
          <p:cNvSpPr/>
          <p:nvPr/>
        </p:nvSpPr>
        <p:spPr>
          <a:xfrm>
            <a:off x="8716941" y="2812134"/>
            <a:ext cx="390000" cy="290000"/>
          </a:xfrm>
          <a:prstGeom prst="rect">
            <a:avLst/>
          </a:prstGeom>
          <a:solidFill>
            <a:srgbClr val="374151">
              <a:alpha val="328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5" name="T8242"/>
          <p:cNvSpPr/>
          <p:nvPr/>
        </p:nvSpPr>
        <p:spPr>
          <a:xfrm>
            <a:off x="871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14.4M</a:t>
            </a:r>
            <a:endParaRPr lang="zh-CN" sz="570" dirty="0"/>
          </a:p>
        </p:txBody>
      </p:sp>
      <p:sp>
        <p:nvSpPr>
          <p:cNvPr id="586" name="T8243"/>
          <p:cNvSpPr/>
          <p:nvPr/>
        </p:nvSpPr>
        <p:spPr>
          <a:xfrm>
            <a:off x="871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587" name="R8244"/>
          <p:cNvSpPr/>
          <p:nvPr/>
        </p:nvSpPr>
        <p:spPr>
          <a:xfrm>
            <a:off x="9106941" y="2812134"/>
            <a:ext cx="390000" cy="290000"/>
          </a:xfrm>
          <a:prstGeom prst="rect">
            <a:avLst/>
          </a:prstGeom>
          <a:solidFill>
            <a:srgbClr val="374151">
              <a:alpha val="211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8" name="T8245"/>
          <p:cNvSpPr/>
          <p:nvPr/>
        </p:nvSpPr>
        <p:spPr>
          <a:xfrm>
            <a:off x="910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4.9M</a:t>
            </a:r>
            <a:endParaRPr lang="zh-CN" sz="570" dirty="0"/>
          </a:p>
        </p:txBody>
      </p:sp>
      <p:sp>
        <p:nvSpPr>
          <p:cNvPr id="589" name="T8246"/>
          <p:cNvSpPr/>
          <p:nvPr/>
        </p:nvSpPr>
        <p:spPr>
          <a:xfrm>
            <a:off x="910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590" name="R8247"/>
          <p:cNvSpPr/>
          <p:nvPr/>
        </p:nvSpPr>
        <p:spPr>
          <a:xfrm>
            <a:off x="9496941" y="2812134"/>
            <a:ext cx="390000" cy="290000"/>
          </a:xfrm>
          <a:prstGeom prst="rect">
            <a:avLst/>
          </a:prstGeom>
          <a:solidFill>
            <a:srgbClr val="374151">
              <a:alpha val="246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1" name="T8248"/>
          <p:cNvSpPr/>
          <p:nvPr/>
        </p:nvSpPr>
        <p:spPr>
          <a:xfrm>
            <a:off x="949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7.8M</a:t>
            </a:r>
            <a:endParaRPr lang="zh-CN" sz="570" dirty="0"/>
          </a:p>
        </p:txBody>
      </p:sp>
      <p:sp>
        <p:nvSpPr>
          <p:cNvPr id="592" name="T8249"/>
          <p:cNvSpPr/>
          <p:nvPr/>
        </p:nvSpPr>
        <p:spPr>
          <a:xfrm>
            <a:off x="949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593" name="R8250"/>
          <p:cNvSpPr/>
          <p:nvPr/>
        </p:nvSpPr>
        <p:spPr>
          <a:xfrm>
            <a:off x="9886941" y="2812134"/>
            <a:ext cx="390000" cy="290000"/>
          </a:xfrm>
          <a:prstGeom prst="rect">
            <a:avLst/>
          </a:prstGeom>
          <a:solidFill>
            <a:srgbClr val="374151">
              <a:alpha val="2089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4" name="T8251"/>
          <p:cNvSpPr/>
          <p:nvPr/>
        </p:nvSpPr>
        <p:spPr>
          <a:xfrm>
            <a:off x="988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595" name="T8252"/>
          <p:cNvSpPr/>
          <p:nvPr/>
        </p:nvSpPr>
        <p:spPr>
          <a:xfrm>
            <a:off x="988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596" name="R8253"/>
          <p:cNvSpPr/>
          <p:nvPr/>
        </p:nvSpPr>
        <p:spPr>
          <a:xfrm>
            <a:off x="10276941" y="2812134"/>
            <a:ext cx="390000" cy="290000"/>
          </a:xfrm>
          <a:prstGeom prst="rect">
            <a:avLst/>
          </a:prstGeom>
          <a:solidFill>
            <a:srgbClr val="374151">
              <a:alpha val="2912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7" name="T8254"/>
          <p:cNvSpPr/>
          <p:nvPr/>
        </p:nvSpPr>
        <p:spPr>
          <a:xfrm>
            <a:off x="1027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11.4M</a:t>
            </a:r>
            <a:endParaRPr lang="zh-CN" sz="570" dirty="0"/>
          </a:p>
        </p:txBody>
      </p:sp>
      <p:sp>
        <p:nvSpPr>
          <p:cNvPr id="598" name="T8255"/>
          <p:cNvSpPr/>
          <p:nvPr/>
        </p:nvSpPr>
        <p:spPr>
          <a:xfrm>
            <a:off x="1027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32件</a:t>
            </a:r>
            <a:endParaRPr lang="zh-CN" sz="500" dirty="0"/>
          </a:p>
        </p:txBody>
      </p:sp>
      <p:sp>
        <p:nvSpPr>
          <p:cNvPr id="599" name="R8256"/>
          <p:cNvSpPr/>
          <p:nvPr/>
        </p:nvSpPr>
        <p:spPr>
          <a:xfrm>
            <a:off x="10666941" y="2812134"/>
            <a:ext cx="390000" cy="290000"/>
          </a:xfrm>
          <a:prstGeom prst="rect">
            <a:avLst/>
          </a:prstGeom>
          <a:solidFill>
            <a:srgbClr val="374151">
              <a:alpha val="4152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0" name="T8257"/>
          <p:cNvSpPr/>
          <p:nvPr/>
        </p:nvSpPr>
        <p:spPr>
          <a:xfrm>
            <a:off x="1066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20.6M</a:t>
            </a:r>
            <a:endParaRPr lang="zh-CN" sz="570" dirty="0"/>
          </a:p>
        </p:txBody>
      </p:sp>
      <p:sp>
        <p:nvSpPr>
          <p:cNvPr id="601" name="T8258"/>
          <p:cNvSpPr/>
          <p:nvPr/>
        </p:nvSpPr>
        <p:spPr>
          <a:xfrm>
            <a:off x="1066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48件</a:t>
            </a:r>
            <a:endParaRPr lang="zh-CN" sz="500" dirty="0"/>
          </a:p>
        </p:txBody>
      </p:sp>
      <p:sp>
        <p:nvSpPr>
          <p:cNvPr id="602" name="R8259"/>
          <p:cNvSpPr/>
          <p:nvPr/>
        </p:nvSpPr>
        <p:spPr>
          <a:xfrm>
            <a:off x="11056941" y="2812134"/>
            <a:ext cx="390000" cy="290000"/>
          </a:xfrm>
          <a:prstGeom prst="rect">
            <a:avLst/>
          </a:prstGeom>
          <a:solidFill>
            <a:srgbClr val="374151">
              <a:alpha val="4380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3" name="T8260"/>
          <p:cNvSpPr/>
          <p:nvPr/>
        </p:nvSpPr>
        <p:spPr>
          <a:xfrm>
            <a:off x="1105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28.2M</a:t>
            </a:r>
            <a:endParaRPr lang="zh-CN" sz="570" dirty="0"/>
          </a:p>
        </p:txBody>
      </p:sp>
      <p:sp>
        <p:nvSpPr>
          <p:cNvPr id="604" name="T8261"/>
          <p:cNvSpPr/>
          <p:nvPr/>
        </p:nvSpPr>
        <p:spPr>
          <a:xfrm>
            <a:off x="1105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67件</a:t>
            </a:r>
            <a:endParaRPr lang="zh-CN" sz="500" dirty="0"/>
          </a:p>
        </p:txBody>
      </p:sp>
      <p:sp>
        <p:nvSpPr>
          <p:cNvPr id="605" name="R8262"/>
          <p:cNvSpPr/>
          <p:nvPr/>
        </p:nvSpPr>
        <p:spPr>
          <a:xfrm>
            <a:off x="11446941" y="2812134"/>
            <a:ext cx="390000" cy="290000"/>
          </a:xfrm>
          <a:prstGeom prst="rect">
            <a:avLst/>
          </a:prstGeom>
          <a:solidFill>
            <a:srgbClr val="B6BBC0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6" name="T8263"/>
          <p:cNvSpPr/>
          <p:nvPr/>
        </p:nvSpPr>
        <p:spPr>
          <a:xfrm>
            <a:off x="1144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zh-CN" sz="570" dirty="0"/>
          </a:p>
        </p:txBody>
      </p:sp>
      <p:sp>
        <p:nvSpPr>
          <p:cNvPr id="607" name="T8264"/>
          <p:cNvSpPr/>
          <p:nvPr/>
        </p:nvSpPr>
        <p:spPr>
          <a:xfrm>
            <a:off x="1145837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zh-CN" sz="500" dirty="0"/>
          </a:p>
        </p:txBody>
      </p:sp>
      <p:sp>
        <p:nvSpPr>
          <p:cNvPr id="608" name="R8182"/>
          <p:cNvSpPr/>
          <p:nvPr/>
        </p:nvSpPr>
        <p:spPr>
          <a:xfrm>
            <a:off x="11447136" y="2522329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9" name="T6000"/>
          <p:cNvSpPr/>
          <p:nvPr/>
        </p:nvSpPr>
        <p:spPr>
          <a:xfrm>
            <a:off x="6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610" name="T6001"/>
          <p:cNvSpPr/>
          <p:nvPr/>
        </p:nvSpPr>
        <p:spPr>
          <a:xfrm>
            <a:off x="104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611" name="T6002"/>
          <p:cNvSpPr/>
          <p:nvPr/>
        </p:nvSpPr>
        <p:spPr>
          <a:xfrm>
            <a:off x="143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612" name="T6003"/>
          <p:cNvSpPr/>
          <p:nvPr/>
        </p:nvSpPr>
        <p:spPr>
          <a:xfrm>
            <a:off x="18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613" name="T6004"/>
          <p:cNvSpPr/>
          <p:nvPr/>
        </p:nvSpPr>
        <p:spPr>
          <a:xfrm>
            <a:off x="221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614" name="T6005"/>
          <p:cNvSpPr/>
          <p:nvPr/>
        </p:nvSpPr>
        <p:spPr>
          <a:xfrm>
            <a:off x="260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615" name="T6006"/>
          <p:cNvSpPr/>
          <p:nvPr/>
        </p:nvSpPr>
        <p:spPr>
          <a:xfrm>
            <a:off x="299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616" name="T6007"/>
          <p:cNvSpPr/>
          <p:nvPr/>
        </p:nvSpPr>
        <p:spPr>
          <a:xfrm>
            <a:off x="338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617" name="T6008"/>
          <p:cNvSpPr/>
          <p:nvPr/>
        </p:nvSpPr>
        <p:spPr>
          <a:xfrm>
            <a:off x="377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618" name="T6009"/>
          <p:cNvSpPr/>
          <p:nvPr/>
        </p:nvSpPr>
        <p:spPr>
          <a:xfrm>
            <a:off x="416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619" name="T6010"/>
          <p:cNvSpPr/>
          <p:nvPr/>
        </p:nvSpPr>
        <p:spPr>
          <a:xfrm>
            <a:off x="45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620" name="T6011"/>
          <p:cNvSpPr/>
          <p:nvPr/>
        </p:nvSpPr>
        <p:spPr>
          <a:xfrm>
            <a:off x="494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621" name="T6012"/>
          <p:cNvSpPr/>
          <p:nvPr/>
        </p:nvSpPr>
        <p:spPr>
          <a:xfrm>
            <a:off x="533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622" name="T6013"/>
          <p:cNvSpPr/>
          <p:nvPr/>
        </p:nvSpPr>
        <p:spPr>
          <a:xfrm>
            <a:off x="182880" y="415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680" dirty="0"/>
          </a:p>
        </p:txBody>
      </p:sp>
      <p:sp>
        <p:nvSpPr>
          <p:cNvPr id="623" name="R6014"/>
          <p:cNvSpPr/>
          <p:nvPr/>
        </p:nvSpPr>
        <p:spPr>
          <a:xfrm>
            <a:off x="659384" y="4151376"/>
            <a:ext cx="390000" cy="290000"/>
          </a:xfrm>
          <a:prstGeom prst="rect">
            <a:avLst/>
          </a:prstGeom>
          <a:solidFill>
            <a:srgbClr val="1F3864">
              <a:alpha val="1770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4" name="T6015"/>
          <p:cNvSpPr/>
          <p:nvPr/>
        </p:nvSpPr>
        <p:spPr>
          <a:xfrm>
            <a:off x="65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25" name="T6016"/>
          <p:cNvSpPr/>
          <p:nvPr/>
        </p:nvSpPr>
        <p:spPr>
          <a:xfrm>
            <a:off x="65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626" name="R6017"/>
          <p:cNvSpPr/>
          <p:nvPr/>
        </p:nvSpPr>
        <p:spPr>
          <a:xfrm>
            <a:off x="1049384" y="4151376"/>
            <a:ext cx="390000" cy="290000"/>
          </a:xfrm>
          <a:prstGeom prst="rect">
            <a:avLst/>
          </a:prstGeom>
          <a:solidFill>
            <a:srgbClr val="1F3864">
              <a:alpha val="1966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7" name="T6018"/>
          <p:cNvSpPr/>
          <p:nvPr/>
        </p:nvSpPr>
        <p:spPr>
          <a:xfrm>
            <a:off x="104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zh-CN" sz="570" dirty="0"/>
          </a:p>
        </p:txBody>
      </p:sp>
      <p:sp>
        <p:nvSpPr>
          <p:cNvPr id="628" name="T6019"/>
          <p:cNvSpPr/>
          <p:nvPr/>
        </p:nvSpPr>
        <p:spPr>
          <a:xfrm>
            <a:off x="104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29" name="R6020"/>
          <p:cNvSpPr/>
          <p:nvPr/>
        </p:nvSpPr>
        <p:spPr>
          <a:xfrm>
            <a:off x="1439384" y="4151376"/>
            <a:ext cx="390000" cy="290000"/>
          </a:xfrm>
          <a:prstGeom prst="rect">
            <a:avLst/>
          </a:prstGeom>
          <a:solidFill>
            <a:srgbClr val="1F3864">
              <a:alpha val="261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0" name="T6021"/>
          <p:cNvSpPr/>
          <p:nvPr/>
        </p:nvSpPr>
        <p:spPr>
          <a:xfrm>
            <a:off x="143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8.0M</a:t>
            </a:r>
            <a:endParaRPr lang="zh-CN" sz="570" dirty="0"/>
          </a:p>
        </p:txBody>
      </p:sp>
      <p:sp>
        <p:nvSpPr>
          <p:cNvPr id="631" name="T6022"/>
          <p:cNvSpPr/>
          <p:nvPr/>
        </p:nvSpPr>
        <p:spPr>
          <a:xfrm>
            <a:off x="143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632" name="R6023"/>
          <p:cNvSpPr/>
          <p:nvPr/>
        </p:nvSpPr>
        <p:spPr>
          <a:xfrm>
            <a:off x="1829384" y="4151376"/>
            <a:ext cx="390000" cy="290000"/>
          </a:xfrm>
          <a:prstGeom prst="rect">
            <a:avLst/>
          </a:prstGeom>
          <a:solidFill>
            <a:srgbClr val="1F3864">
              <a:alpha val="174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3" name="T6024"/>
          <p:cNvSpPr/>
          <p:nvPr/>
        </p:nvSpPr>
        <p:spPr>
          <a:xfrm>
            <a:off x="182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34" name="T6025"/>
          <p:cNvSpPr/>
          <p:nvPr/>
        </p:nvSpPr>
        <p:spPr>
          <a:xfrm>
            <a:off x="182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35" name="R6026"/>
          <p:cNvSpPr/>
          <p:nvPr/>
        </p:nvSpPr>
        <p:spPr>
          <a:xfrm>
            <a:off x="2219384" y="4151376"/>
            <a:ext cx="390000" cy="290000"/>
          </a:xfrm>
          <a:prstGeom prst="rect">
            <a:avLst/>
          </a:prstGeom>
          <a:solidFill>
            <a:srgbClr val="1F3864">
              <a:alpha val="387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6" name="T6027"/>
          <p:cNvSpPr/>
          <p:nvPr/>
        </p:nvSpPr>
        <p:spPr>
          <a:xfrm>
            <a:off x="221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zh-CN" sz="570" dirty="0"/>
          </a:p>
        </p:txBody>
      </p:sp>
      <p:sp>
        <p:nvSpPr>
          <p:cNvPr id="637" name="T6028"/>
          <p:cNvSpPr/>
          <p:nvPr/>
        </p:nvSpPr>
        <p:spPr>
          <a:xfrm>
            <a:off x="221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638" name="R6029"/>
          <p:cNvSpPr/>
          <p:nvPr/>
        </p:nvSpPr>
        <p:spPr>
          <a:xfrm>
            <a:off x="2609384" y="4151376"/>
            <a:ext cx="390000" cy="290000"/>
          </a:xfrm>
          <a:prstGeom prst="rect">
            <a:avLst/>
          </a:prstGeom>
          <a:solidFill>
            <a:srgbClr val="1F3864">
              <a:alpha val="537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9" name="T6030"/>
          <p:cNvSpPr/>
          <p:nvPr/>
        </p:nvSpPr>
        <p:spPr>
          <a:xfrm>
            <a:off x="260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27.9M</a:t>
            </a:r>
            <a:endParaRPr lang="zh-CN" sz="570" dirty="0"/>
          </a:p>
        </p:txBody>
      </p:sp>
      <p:sp>
        <p:nvSpPr>
          <p:cNvPr id="640" name="T6031"/>
          <p:cNvSpPr/>
          <p:nvPr/>
        </p:nvSpPr>
        <p:spPr>
          <a:xfrm>
            <a:off x="260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</a:t>
            </a:r>
            <a:endParaRPr lang="zh-CN" sz="500" dirty="0"/>
          </a:p>
        </p:txBody>
      </p:sp>
      <p:sp>
        <p:nvSpPr>
          <p:cNvPr id="641" name="R6032"/>
          <p:cNvSpPr/>
          <p:nvPr/>
        </p:nvSpPr>
        <p:spPr>
          <a:xfrm>
            <a:off x="2999384" y="4151376"/>
            <a:ext cx="390000" cy="290000"/>
          </a:xfrm>
          <a:prstGeom prst="rect">
            <a:avLst/>
          </a:prstGeom>
          <a:solidFill>
            <a:srgbClr val="1F3864">
              <a:alpha val="1770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2" name="T6033"/>
          <p:cNvSpPr/>
          <p:nvPr/>
        </p:nvSpPr>
        <p:spPr>
          <a:xfrm>
            <a:off x="299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43" name="T6034"/>
          <p:cNvSpPr/>
          <p:nvPr/>
        </p:nvSpPr>
        <p:spPr>
          <a:xfrm>
            <a:off x="299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644" name="R6035"/>
          <p:cNvSpPr/>
          <p:nvPr/>
        </p:nvSpPr>
        <p:spPr>
          <a:xfrm>
            <a:off x="3389384" y="4151376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5" name="T6036"/>
          <p:cNvSpPr/>
          <p:nvPr/>
        </p:nvSpPr>
        <p:spPr>
          <a:xfrm>
            <a:off x="338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46.9M</a:t>
            </a:r>
            <a:endParaRPr lang="zh-CN" sz="570" dirty="0"/>
          </a:p>
        </p:txBody>
      </p:sp>
      <p:sp>
        <p:nvSpPr>
          <p:cNvPr id="646" name="T6037"/>
          <p:cNvSpPr/>
          <p:nvPr/>
        </p:nvSpPr>
        <p:spPr>
          <a:xfrm>
            <a:off x="338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30件</a:t>
            </a:r>
            <a:endParaRPr lang="zh-CN" sz="500" dirty="0"/>
          </a:p>
        </p:txBody>
      </p:sp>
      <p:sp>
        <p:nvSpPr>
          <p:cNvPr id="647" name="R6038"/>
          <p:cNvSpPr/>
          <p:nvPr/>
        </p:nvSpPr>
        <p:spPr>
          <a:xfrm>
            <a:off x="3779384" y="4151376"/>
            <a:ext cx="390000" cy="290000"/>
          </a:xfrm>
          <a:prstGeom prst="rect">
            <a:avLst/>
          </a:prstGeom>
          <a:solidFill>
            <a:srgbClr val="1F3864">
              <a:alpha val="2944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8" name="T6039"/>
          <p:cNvSpPr/>
          <p:nvPr/>
        </p:nvSpPr>
        <p:spPr>
          <a:xfrm>
            <a:off x="377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10.4M</a:t>
            </a:r>
            <a:endParaRPr lang="zh-CN" sz="570" dirty="0"/>
          </a:p>
        </p:txBody>
      </p:sp>
      <p:sp>
        <p:nvSpPr>
          <p:cNvPr id="649" name="T6040"/>
          <p:cNvSpPr/>
          <p:nvPr/>
        </p:nvSpPr>
        <p:spPr>
          <a:xfrm>
            <a:off x="377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650" name="R6041"/>
          <p:cNvSpPr/>
          <p:nvPr/>
        </p:nvSpPr>
        <p:spPr>
          <a:xfrm>
            <a:off x="4169384" y="4151376"/>
            <a:ext cx="390000" cy="290000"/>
          </a:xfrm>
          <a:prstGeom prst="rect">
            <a:avLst/>
          </a:prstGeom>
          <a:solidFill>
            <a:srgbClr val="1F3864">
              <a:alpha val="2148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1" name="T6042"/>
          <p:cNvSpPr/>
          <p:nvPr/>
        </p:nvSpPr>
        <p:spPr>
          <a:xfrm>
            <a:off x="416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652" name="T6043"/>
          <p:cNvSpPr/>
          <p:nvPr/>
        </p:nvSpPr>
        <p:spPr>
          <a:xfrm>
            <a:off x="416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653" name="R6044"/>
          <p:cNvSpPr/>
          <p:nvPr/>
        </p:nvSpPr>
        <p:spPr>
          <a:xfrm>
            <a:off x="4559384" y="4151376"/>
            <a:ext cx="390000" cy="290000"/>
          </a:xfrm>
          <a:prstGeom prst="rect">
            <a:avLst/>
          </a:prstGeom>
          <a:solidFill>
            <a:srgbClr val="1F3864">
              <a:alpha val="648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4" name="T6045"/>
          <p:cNvSpPr/>
          <p:nvPr/>
        </p:nvSpPr>
        <p:spPr>
          <a:xfrm>
            <a:off x="455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36.0M</a:t>
            </a:r>
            <a:endParaRPr lang="zh-CN" sz="570" dirty="0"/>
          </a:p>
        </p:txBody>
      </p:sp>
      <p:sp>
        <p:nvSpPr>
          <p:cNvPr id="655" name="T6046"/>
          <p:cNvSpPr/>
          <p:nvPr/>
        </p:nvSpPr>
        <p:spPr>
          <a:xfrm>
            <a:off x="455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56" name="R6047"/>
          <p:cNvSpPr/>
          <p:nvPr/>
        </p:nvSpPr>
        <p:spPr>
          <a:xfrm>
            <a:off x="4949384" y="4151376"/>
            <a:ext cx="390000" cy="290000"/>
          </a:xfrm>
          <a:prstGeom prst="rect">
            <a:avLst/>
          </a:prstGeom>
          <a:solidFill>
            <a:srgbClr val="1F3864">
              <a:alpha val="2311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7" name="T6048"/>
          <p:cNvSpPr/>
          <p:nvPr/>
        </p:nvSpPr>
        <p:spPr>
          <a:xfrm>
            <a:off x="494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658" name="T6049"/>
          <p:cNvSpPr/>
          <p:nvPr/>
        </p:nvSpPr>
        <p:spPr>
          <a:xfrm>
            <a:off x="494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59" name="R6050"/>
          <p:cNvSpPr/>
          <p:nvPr/>
        </p:nvSpPr>
        <p:spPr>
          <a:xfrm>
            <a:off x="5339384" y="4151376"/>
            <a:ext cx="390000" cy="290000"/>
          </a:xfrm>
          <a:prstGeom prst="rect">
            <a:avLst/>
          </a:prstGeom>
          <a:solidFill>
            <a:srgbClr val="D7DCE4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0" name="T6051"/>
          <p:cNvSpPr/>
          <p:nvPr/>
        </p:nvSpPr>
        <p:spPr>
          <a:xfrm>
            <a:off x="5322239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1" name="T6052"/>
          <p:cNvSpPr/>
          <p:nvPr/>
        </p:nvSpPr>
        <p:spPr>
          <a:xfrm>
            <a:off x="533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2" name="T6053"/>
          <p:cNvSpPr/>
          <p:nvPr/>
        </p:nvSpPr>
        <p:spPr>
          <a:xfrm>
            <a:off x="182880" y="444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663" name="R6054"/>
          <p:cNvSpPr/>
          <p:nvPr/>
        </p:nvSpPr>
        <p:spPr>
          <a:xfrm>
            <a:off x="659384" y="4441376"/>
            <a:ext cx="390000" cy="290000"/>
          </a:xfrm>
          <a:prstGeom prst="rect">
            <a:avLst/>
          </a:prstGeom>
          <a:solidFill>
            <a:srgbClr val="1A7A3F">
              <a:alpha val="627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4" name="T6055"/>
          <p:cNvSpPr/>
          <p:nvPr/>
        </p:nvSpPr>
        <p:spPr>
          <a:xfrm>
            <a:off x="65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zh-CN" sz="570" dirty="0"/>
          </a:p>
        </p:txBody>
      </p:sp>
      <p:sp>
        <p:nvSpPr>
          <p:cNvPr id="665" name="T6056"/>
          <p:cNvSpPr/>
          <p:nvPr/>
        </p:nvSpPr>
        <p:spPr>
          <a:xfrm>
            <a:off x="65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666" name="R6057"/>
          <p:cNvSpPr/>
          <p:nvPr/>
        </p:nvSpPr>
        <p:spPr>
          <a:xfrm>
            <a:off x="1049384" y="4441376"/>
            <a:ext cx="390000" cy="290000"/>
          </a:xfrm>
          <a:prstGeom prst="rect">
            <a:avLst/>
          </a:prstGeom>
          <a:solidFill>
            <a:srgbClr val="1A7A3F">
              <a:alpha val="5823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7" name="T6058"/>
          <p:cNvSpPr/>
          <p:nvPr/>
        </p:nvSpPr>
        <p:spPr>
          <a:xfrm>
            <a:off x="104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9.5M</a:t>
            </a:r>
            <a:endParaRPr lang="zh-CN" sz="570" dirty="0"/>
          </a:p>
        </p:txBody>
      </p:sp>
      <p:sp>
        <p:nvSpPr>
          <p:cNvPr id="668" name="T6059"/>
          <p:cNvSpPr/>
          <p:nvPr/>
        </p:nvSpPr>
        <p:spPr>
          <a:xfrm>
            <a:off x="104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</a:t>
            </a:r>
            <a:endParaRPr lang="zh-CN" sz="500" dirty="0"/>
          </a:p>
        </p:txBody>
      </p:sp>
      <p:sp>
        <p:nvSpPr>
          <p:cNvPr id="669" name="R6060"/>
          <p:cNvSpPr/>
          <p:nvPr/>
        </p:nvSpPr>
        <p:spPr>
          <a:xfrm>
            <a:off x="1439384" y="4441376"/>
            <a:ext cx="390000" cy="290000"/>
          </a:xfrm>
          <a:prstGeom prst="rect">
            <a:avLst/>
          </a:prstGeom>
          <a:solidFill>
            <a:srgbClr val="1A7A3F">
              <a:alpha val="675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0" name="T6061"/>
          <p:cNvSpPr/>
          <p:nvPr/>
        </p:nvSpPr>
        <p:spPr>
          <a:xfrm>
            <a:off x="143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11.6M</a:t>
            </a:r>
            <a:endParaRPr lang="zh-CN" sz="570" dirty="0"/>
          </a:p>
        </p:txBody>
      </p:sp>
      <p:sp>
        <p:nvSpPr>
          <p:cNvPr id="671" name="T6062"/>
          <p:cNvSpPr/>
          <p:nvPr/>
        </p:nvSpPr>
        <p:spPr>
          <a:xfrm>
            <a:off x="143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</a:t>
            </a:r>
            <a:endParaRPr lang="zh-CN" sz="500" dirty="0"/>
          </a:p>
        </p:txBody>
      </p:sp>
      <p:sp>
        <p:nvSpPr>
          <p:cNvPr id="672" name="R6063"/>
          <p:cNvSpPr/>
          <p:nvPr/>
        </p:nvSpPr>
        <p:spPr>
          <a:xfrm>
            <a:off x="1829384" y="4441376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3" name="T6064"/>
          <p:cNvSpPr/>
          <p:nvPr/>
        </p:nvSpPr>
        <p:spPr>
          <a:xfrm>
            <a:off x="182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14.3M</a:t>
            </a:r>
            <a:endParaRPr lang="zh-CN" sz="570" dirty="0"/>
          </a:p>
        </p:txBody>
      </p:sp>
      <p:sp>
        <p:nvSpPr>
          <p:cNvPr id="674" name="T6065"/>
          <p:cNvSpPr/>
          <p:nvPr/>
        </p:nvSpPr>
        <p:spPr>
          <a:xfrm>
            <a:off x="182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675" name="R6066"/>
          <p:cNvSpPr/>
          <p:nvPr/>
        </p:nvSpPr>
        <p:spPr>
          <a:xfrm>
            <a:off x="2219384" y="4441376"/>
            <a:ext cx="390000" cy="290000"/>
          </a:xfrm>
          <a:prstGeom prst="rect">
            <a:avLst/>
          </a:prstGeom>
          <a:solidFill>
            <a:srgbClr val="1A7A3F">
              <a:alpha val="479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6" name="T6067"/>
          <p:cNvSpPr/>
          <p:nvPr/>
        </p:nvSpPr>
        <p:spPr>
          <a:xfrm>
            <a:off x="221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7.3M</a:t>
            </a:r>
            <a:endParaRPr lang="zh-CN" sz="570" dirty="0"/>
          </a:p>
        </p:txBody>
      </p:sp>
      <p:sp>
        <p:nvSpPr>
          <p:cNvPr id="677" name="T6068"/>
          <p:cNvSpPr/>
          <p:nvPr/>
        </p:nvSpPr>
        <p:spPr>
          <a:xfrm>
            <a:off x="221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678" name="R6069"/>
          <p:cNvSpPr/>
          <p:nvPr/>
        </p:nvSpPr>
        <p:spPr>
          <a:xfrm>
            <a:off x="2609384" y="4441376"/>
            <a:ext cx="390000" cy="290000"/>
          </a:xfrm>
          <a:prstGeom prst="rect">
            <a:avLst/>
          </a:prstGeom>
          <a:solidFill>
            <a:srgbClr val="1A7A3F">
              <a:alpha val="3634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9" name="T6070"/>
          <p:cNvSpPr/>
          <p:nvPr/>
        </p:nvSpPr>
        <p:spPr>
          <a:xfrm>
            <a:off x="260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680" name="T6071"/>
          <p:cNvSpPr/>
          <p:nvPr/>
        </p:nvSpPr>
        <p:spPr>
          <a:xfrm>
            <a:off x="260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681" name="R6072"/>
          <p:cNvSpPr/>
          <p:nvPr/>
        </p:nvSpPr>
        <p:spPr>
          <a:xfrm>
            <a:off x="2999384" y="4441376"/>
            <a:ext cx="390000" cy="290000"/>
          </a:xfrm>
          <a:prstGeom prst="rect">
            <a:avLst/>
          </a:prstGeom>
          <a:solidFill>
            <a:srgbClr val="1A7A3F">
              <a:alpha val="238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2" name="T6073"/>
          <p:cNvSpPr/>
          <p:nvPr/>
        </p:nvSpPr>
        <p:spPr>
          <a:xfrm>
            <a:off x="299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83" name="T6074"/>
          <p:cNvSpPr/>
          <p:nvPr/>
        </p:nvSpPr>
        <p:spPr>
          <a:xfrm>
            <a:off x="299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84" name="R6075"/>
          <p:cNvSpPr/>
          <p:nvPr/>
        </p:nvSpPr>
        <p:spPr>
          <a:xfrm>
            <a:off x="3389384" y="4441376"/>
            <a:ext cx="390000" cy="290000"/>
          </a:xfrm>
          <a:prstGeom prst="rect">
            <a:avLst/>
          </a:prstGeom>
          <a:solidFill>
            <a:srgbClr val="1A7A3F">
              <a:alpha val="4403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5" name="T6076"/>
          <p:cNvSpPr/>
          <p:nvPr/>
        </p:nvSpPr>
        <p:spPr>
          <a:xfrm>
            <a:off x="338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6.4M</a:t>
            </a:r>
            <a:endParaRPr lang="zh-CN" sz="570" dirty="0"/>
          </a:p>
        </p:txBody>
      </p:sp>
      <p:sp>
        <p:nvSpPr>
          <p:cNvPr id="686" name="T6077"/>
          <p:cNvSpPr/>
          <p:nvPr/>
        </p:nvSpPr>
        <p:spPr>
          <a:xfrm>
            <a:off x="338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87" name="R6078"/>
          <p:cNvSpPr/>
          <p:nvPr/>
        </p:nvSpPr>
        <p:spPr>
          <a:xfrm>
            <a:off x="3779384" y="4441376"/>
            <a:ext cx="390000" cy="290000"/>
          </a:xfrm>
          <a:prstGeom prst="rect">
            <a:avLst/>
          </a:prstGeom>
          <a:solidFill>
            <a:srgbClr val="1A7A3F">
              <a:alpha val="273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8" name="T6079"/>
          <p:cNvSpPr/>
          <p:nvPr/>
        </p:nvSpPr>
        <p:spPr>
          <a:xfrm>
            <a:off x="377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689" name="T6080"/>
          <p:cNvSpPr/>
          <p:nvPr/>
        </p:nvSpPr>
        <p:spPr>
          <a:xfrm>
            <a:off x="377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690" name="R6081"/>
          <p:cNvSpPr/>
          <p:nvPr/>
        </p:nvSpPr>
        <p:spPr>
          <a:xfrm>
            <a:off x="4169384" y="4441376"/>
            <a:ext cx="390000" cy="290000"/>
          </a:xfrm>
          <a:prstGeom prst="rect">
            <a:avLst/>
          </a:prstGeom>
          <a:solidFill>
            <a:srgbClr val="1A7A3F">
              <a:alpha val="3506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1" name="T6082"/>
          <p:cNvSpPr/>
          <p:nvPr/>
        </p:nvSpPr>
        <p:spPr>
          <a:xfrm>
            <a:off x="416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4.4M</a:t>
            </a:r>
            <a:endParaRPr lang="zh-CN" sz="570" dirty="0"/>
          </a:p>
        </p:txBody>
      </p:sp>
      <p:sp>
        <p:nvSpPr>
          <p:cNvPr id="692" name="T6083"/>
          <p:cNvSpPr/>
          <p:nvPr/>
        </p:nvSpPr>
        <p:spPr>
          <a:xfrm>
            <a:off x="416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693" name="R6084"/>
          <p:cNvSpPr/>
          <p:nvPr/>
        </p:nvSpPr>
        <p:spPr>
          <a:xfrm>
            <a:off x="4559384" y="4441376"/>
            <a:ext cx="390000" cy="290000"/>
          </a:xfrm>
          <a:prstGeom prst="rect">
            <a:avLst/>
          </a:prstGeom>
          <a:solidFill>
            <a:srgbClr val="1A7A3F">
              <a:alpha val="2791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4" name="T6085"/>
          <p:cNvSpPr/>
          <p:nvPr/>
        </p:nvSpPr>
        <p:spPr>
          <a:xfrm>
            <a:off x="455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zh-CN" sz="570" dirty="0"/>
          </a:p>
        </p:txBody>
      </p:sp>
      <p:sp>
        <p:nvSpPr>
          <p:cNvPr id="695" name="T6086"/>
          <p:cNvSpPr/>
          <p:nvPr/>
        </p:nvSpPr>
        <p:spPr>
          <a:xfrm>
            <a:off x="455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696" name="R6087"/>
          <p:cNvSpPr/>
          <p:nvPr/>
        </p:nvSpPr>
        <p:spPr>
          <a:xfrm>
            <a:off x="4949384" y="4441376"/>
            <a:ext cx="390000" cy="290000"/>
          </a:xfrm>
          <a:prstGeom prst="rect">
            <a:avLst/>
          </a:prstGeom>
          <a:solidFill>
            <a:srgbClr val="1A7A3F">
              <a:alpha val="170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7" name="T6088"/>
          <p:cNvSpPr/>
          <p:nvPr/>
        </p:nvSpPr>
        <p:spPr>
          <a:xfrm>
            <a:off x="494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698" name="T6089"/>
          <p:cNvSpPr/>
          <p:nvPr/>
        </p:nvSpPr>
        <p:spPr>
          <a:xfrm>
            <a:off x="494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699" name="R6090"/>
          <p:cNvSpPr/>
          <p:nvPr/>
        </p:nvSpPr>
        <p:spPr>
          <a:xfrm>
            <a:off x="5339384" y="4441376"/>
            <a:ext cx="390000" cy="290000"/>
          </a:xfrm>
          <a:prstGeom prst="rect">
            <a:avLst/>
          </a:prstGeom>
          <a:solidFill>
            <a:srgbClr val="83B79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34" name="T6091"/>
          <p:cNvSpPr/>
          <p:nvPr/>
        </p:nvSpPr>
        <p:spPr>
          <a:xfrm>
            <a:off x="5345099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735" name="T6092"/>
          <p:cNvSpPr/>
          <p:nvPr/>
        </p:nvSpPr>
        <p:spPr>
          <a:xfrm>
            <a:off x="533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736" name="T6093"/>
          <p:cNvSpPr/>
          <p:nvPr/>
        </p:nvSpPr>
        <p:spPr>
          <a:xfrm>
            <a:off x="182880" y="473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680" dirty="0"/>
          </a:p>
        </p:txBody>
      </p:sp>
      <p:sp>
        <p:nvSpPr>
          <p:cNvPr id="737" name="R6094"/>
          <p:cNvSpPr/>
          <p:nvPr/>
        </p:nvSpPr>
        <p:spPr>
          <a:xfrm>
            <a:off x="659384" y="4731376"/>
            <a:ext cx="390000" cy="290000"/>
          </a:xfrm>
          <a:prstGeom prst="rect">
            <a:avLst/>
          </a:prstGeom>
          <a:solidFill>
            <a:srgbClr val="E67E22">
              <a:alpha val="216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38" name="T6095"/>
          <p:cNvSpPr/>
          <p:nvPr/>
        </p:nvSpPr>
        <p:spPr>
          <a:xfrm>
            <a:off x="65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739" name="T6096"/>
          <p:cNvSpPr/>
          <p:nvPr/>
        </p:nvSpPr>
        <p:spPr>
          <a:xfrm>
            <a:off x="65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740" name="R6097"/>
          <p:cNvSpPr/>
          <p:nvPr/>
        </p:nvSpPr>
        <p:spPr>
          <a:xfrm>
            <a:off x="1049384" y="4731376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1" name="T6098"/>
          <p:cNvSpPr/>
          <p:nvPr/>
        </p:nvSpPr>
        <p:spPr>
          <a:xfrm>
            <a:off x="104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30.9M</a:t>
            </a:r>
            <a:endParaRPr lang="zh-CN" sz="570" dirty="0"/>
          </a:p>
        </p:txBody>
      </p:sp>
      <p:sp>
        <p:nvSpPr>
          <p:cNvPr id="742" name="T6099"/>
          <p:cNvSpPr/>
          <p:nvPr/>
        </p:nvSpPr>
        <p:spPr>
          <a:xfrm>
            <a:off x="104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43" name="R6100"/>
          <p:cNvSpPr/>
          <p:nvPr/>
        </p:nvSpPr>
        <p:spPr>
          <a:xfrm>
            <a:off x="1439384" y="4731376"/>
            <a:ext cx="390000" cy="290000"/>
          </a:xfrm>
          <a:prstGeom prst="rect">
            <a:avLst/>
          </a:prstGeom>
          <a:solidFill>
            <a:srgbClr val="E67E22">
              <a:alpha val="270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4" name="T6101"/>
          <p:cNvSpPr/>
          <p:nvPr/>
        </p:nvSpPr>
        <p:spPr>
          <a:xfrm>
            <a:off x="143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5.7M</a:t>
            </a:r>
            <a:endParaRPr lang="zh-CN" sz="570" dirty="0"/>
          </a:p>
        </p:txBody>
      </p:sp>
      <p:sp>
        <p:nvSpPr>
          <p:cNvPr id="745" name="T6102"/>
          <p:cNvSpPr/>
          <p:nvPr/>
        </p:nvSpPr>
        <p:spPr>
          <a:xfrm>
            <a:off x="143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746" name="R6103"/>
          <p:cNvSpPr/>
          <p:nvPr/>
        </p:nvSpPr>
        <p:spPr>
          <a:xfrm>
            <a:off x="1829384" y="4731376"/>
            <a:ext cx="390000" cy="290000"/>
          </a:xfrm>
          <a:prstGeom prst="rect">
            <a:avLst/>
          </a:prstGeom>
          <a:solidFill>
            <a:srgbClr val="E67E22">
              <a:alpha val="193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7" name="T6104"/>
          <p:cNvSpPr/>
          <p:nvPr/>
        </p:nvSpPr>
        <p:spPr>
          <a:xfrm>
            <a:off x="182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2.1M</a:t>
            </a:r>
            <a:endParaRPr lang="zh-CN" sz="570" dirty="0"/>
          </a:p>
        </p:txBody>
      </p:sp>
      <p:sp>
        <p:nvSpPr>
          <p:cNvPr id="748" name="T6105"/>
          <p:cNvSpPr/>
          <p:nvPr/>
        </p:nvSpPr>
        <p:spPr>
          <a:xfrm>
            <a:off x="182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749" name="R6106"/>
          <p:cNvSpPr/>
          <p:nvPr/>
        </p:nvSpPr>
        <p:spPr>
          <a:xfrm>
            <a:off x="2219384" y="4731376"/>
            <a:ext cx="390000" cy="290000"/>
          </a:xfrm>
          <a:prstGeom prst="rect">
            <a:avLst/>
          </a:prstGeom>
          <a:solidFill>
            <a:srgbClr val="E67E22">
              <a:alpha val="175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0" name="T6107"/>
          <p:cNvSpPr/>
          <p:nvPr/>
        </p:nvSpPr>
        <p:spPr>
          <a:xfrm>
            <a:off x="221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dirty="0"/>
          </a:p>
        </p:txBody>
      </p:sp>
      <p:sp>
        <p:nvSpPr>
          <p:cNvPr id="751" name="T6108"/>
          <p:cNvSpPr/>
          <p:nvPr/>
        </p:nvSpPr>
        <p:spPr>
          <a:xfrm>
            <a:off x="221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52" name="R6109"/>
          <p:cNvSpPr/>
          <p:nvPr/>
        </p:nvSpPr>
        <p:spPr>
          <a:xfrm>
            <a:off x="2609384" y="4731376"/>
            <a:ext cx="390000" cy="290000"/>
          </a:xfrm>
          <a:prstGeom prst="rect">
            <a:avLst/>
          </a:prstGeom>
          <a:solidFill>
            <a:srgbClr val="E67E22">
              <a:alpha val="160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3" name="T6110"/>
          <p:cNvSpPr/>
          <p:nvPr/>
        </p:nvSpPr>
        <p:spPr>
          <a:xfrm>
            <a:off x="260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754" name="T6111"/>
          <p:cNvSpPr/>
          <p:nvPr/>
        </p:nvSpPr>
        <p:spPr>
          <a:xfrm>
            <a:off x="260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55" name="R6112"/>
          <p:cNvSpPr/>
          <p:nvPr/>
        </p:nvSpPr>
        <p:spPr>
          <a:xfrm>
            <a:off x="2999384" y="4731376"/>
            <a:ext cx="390000" cy="290000"/>
          </a:xfrm>
          <a:prstGeom prst="rect">
            <a:avLst/>
          </a:prstGeom>
          <a:solidFill>
            <a:srgbClr val="E67E22">
              <a:alpha val="2206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6" name="T6113"/>
          <p:cNvSpPr/>
          <p:nvPr/>
        </p:nvSpPr>
        <p:spPr>
          <a:xfrm>
            <a:off x="299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zh-CN" sz="570" dirty="0"/>
          </a:p>
        </p:txBody>
      </p:sp>
      <p:sp>
        <p:nvSpPr>
          <p:cNvPr id="757" name="T6114"/>
          <p:cNvSpPr/>
          <p:nvPr/>
        </p:nvSpPr>
        <p:spPr>
          <a:xfrm>
            <a:off x="299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58" name="R6115"/>
          <p:cNvSpPr/>
          <p:nvPr/>
        </p:nvSpPr>
        <p:spPr>
          <a:xfrm>
            <a:off x="3389384" y="4731376"/>
            <a:ext cx="390000" cy="290000"/>
          </a:xfrm>
          <a:prstGeom prst="rect">
            <a:avLst/>
          </a:prstGeom>
          <a:solidFill>
            <a:srgbClr val="E67E22">
              <a:alpha val="16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9" name="T6116"/>
          <p:cNvSpPr/>
          <p:nvPr/>
        </p:nvSpPr>
        <p:spPr>
          <a:xfrm>
            <a:off x="338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760" name="T6117"/>
          <p:cNvSpPr/>
          <p:nvPr/>
        </p:nvSpPr>
        <p:spPr>
          <a:xfrm>
            <a:off x="338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61" name="R6118"/>
          <p:cNvSpPr/>
          <p:nvPr/>
        </p:nvSpPr>
        <p:spPr>
          <a:xfrm>
            <a:off x="3779384" y="4731376"/>
            <a:ext cx="390000" cy="290000"/>
          </a:xfrm>
          <a:prstGeom prst="rect">
            <a:avLst/>
          </a:prstGeom>
          <a:solidFill>
            <a:srgbClr val="E67E22">
              <a:alpha val="1594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2" name="T6119"/>
          <p:cNvSpPr/>
          <p:nvPr/>
        </p:nvSpPr>
        <p:spPr>
          <a:xfrm>
            <a:off x="377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763" name="T6120"/>
          <p:cNvSpPr/>
          <p:nvPr/>
        </p:nvSpPr>
        <p:spPr>
          <a:xfrm>
            <a:off x="377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64" name="R6121"/>
          <p:cNvSpPr/>
          <p:nvPr/>
        </p:nvSpPr>
        <p:spPr>
          <a:xfrm>
            <a:off x="4169384" y="4731376"/>
            <a:ext cx="390000" cy="290000"/>
          </a:xfrm>
          <a:prstGeom prst="rect">
            <a:avLst/>
          </a:prstGeom>
          <a:solidFill>
            <a:srgbClr val="E67E22">
              <a:alpha val="1619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5" name="T6122"/>
          <p:cNvSpPr/>
          <p:nvPr/>
        </p:nvSpPr>
        <p:spPr>
          <a:xfrm>
            <a:off x="416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766" name="T6123"/>
          <p:cNvSpPr/>
          <p:nvPr/>
        </p:nvSpPr>
        <p:spPr>
          <a:xfrm>
            <a:off x="416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67" name="R6124"/>
          <p:cNvSpPr/>
          <p:nvPr/>
        </p:nvSpPr>
        <p:spPr>
          <a:xfrm>
            <a:off x="4559384" y="473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8" name="R6125"/>
          <p:cNvSpPr/>
          <p:nvPr/>
        </p:nvSpPr>
        <p:spPr>
          <a:xfrm>
            <a:off x="4949384" y="473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9" name="R6126"/>
          <p:cNvSpPr/>
          <p:nvPr/>
        </p:nvSpPr>
        <p:spPr>
          <a:xfrm>
            <a:off x="5339384" y="4731376"/>
            <a:ext cx="390000" cy="290000"/>
          </a:xfrm>
          <a:prstGeom prst="rect">
            <a:avLst/>
          </a:prstGeom>
          <a:solidFill>
            <a:srgbClr val="F9DDC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0" name="T6127"/>
          <p:cNvSpPr/>
          <p:nvPr/>
        </p:nvSpPr>
        <p:spPr>
          <a:xfrm>
            <a:off x="533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b="1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1" name="T6128"/>
          <p:cNvSpPr/>
          <p:nvPr/>
        </p:nvSpPr>
        <p:spPr>
          <a:xfrm>
            <a:off x="533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2" name="T6129"/>
          <p:cNvSpPr/>
          <p:nvPr/>
        </p:nvSpPr>
        <p:spPr>
          <a:xfrm>
            <a:off x="182880" y="502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680" dirty="0"/>
          </a:p>
        </p:txBody>
      </p:sp>
      <p:sp>
        <p:nvSpPr>
          <p:cNvPr id="773" name="R6130"/>
          <p:cNvSpPr/>
          <p:nvPr/>
        </p:nvSpPr>
        <p:spPr>
          <a:xfrm>
            <a:off x="659384" y="5021376"/>
            <a:ext cx="390000" cy="290000"/>
          </a:xfrm>
          <a:prstGeom prst="rect">
            <a:avLst/>
          </a:prstGeom>
          <a:solidFill>
            <a:srgbClr val="2980B9">
              <a:alpha val="430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4" name="T6131"/>
          <p:cNvSpPr/>
          <p:nvPr/>
        </p:nvSpPr>
        <p:spPr>
          <a:xfrm>
            <a:off x="65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775" name="T6132"/>
          <p:cNvSpPr/>
          <p:nvPr/>
        </p:nvSpPr>
        <p:spPr>
          <a:xfrm>
            <a:off x="65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776" name="R6133"/>
          <p:cNvSpPr/>
          <p:nvPr/>
        </p:nvSpPr>
        <p:spPr>
          <a:xfrm>
            <a:off x="1049384" y="5021376"/>
            <a:ext cx="390000" cy="290000"/>
          </a:xfrm>
          <a:prstGeom prst="rect">
            <a:avLst/>
          </a:prstGeom>
          <a:solidFill>
            <a:srgbClr val="2980B9">
              <a:alpha val="413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7" name="T6134"/>
          <p:cNvSpPr/>
          <p:nvPr/>
        </p:nvSpPr>
        <p:spPr>
          <a:xfrm>
            <a:off x="104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778" name="T6135"/>
          <p:cNvSpPr/>
          <p:nvPr/>
        </p:nvSpPr>
        <p:spPr>
          <a:xfrm>
            <a:off x="104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79" name="R6136"/>
          <p:cNvSpPr/>
          <p:nvPr/>
        </p:nvSpPr>
        <p:spPr>
          <a:xfrm>
            <a:off x="1439384" y="5021376"/>
            <a:ext cx="390000" cy="290000"/>
          </a:xfrm>
          <a:prstGeom prst="rect">
            <a:avLst/>
          </a:prstGeom>
          <a:solidFill>
            <a:srgbClr val="2980B9">
              <a:alpha val="281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0" name="T6137"/>
          <p:cNvSpPr/>
          <p:nvPr/>
        </p:nvSpPr>
        <p:spPr>
          <a:xfrm>
            <a:off x="143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781" name="T6138"/>
          <p:cNvSpPr/>
          <p:nvPr/>
        </p:nvSpPr>
        <p:spPr>
          <a:xfrm>
            <a:off x="143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782" name="R6139"/>
          <p:cNvSpPr/>
          <p:nvPr/>
        </p:nvSpPr>
        <p:spPr>
          <a:xfrm>
            <a:off x="1829384" y="5021376"/>
            <a:ext cx="390000" cy="290000"/>
          </a:xfrm>
          <a:prstGeom prst="rect">
            <a:avLst/>
          </a:prstGeom>
          <a:solidFill>
            <a:srgbClr val="2980B9">
              <a:alpha val="258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3" name="T6140"/>
          <p:cNvSpPr/>
          <p:nvPr/>
        </p:nvSpPr>
        <p:spPr>
          <a:xfrm>
            <a:off x="182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784" name="T6141"/>
          <p:cNvSpPr/>
          <p:nvPr/>
        </p:nvSpPr>
        <p:spPr>
          <a:xfrm>
            <a:off x="182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85" name="R6142"/>
          <p:cNvSpPr/>
          <p:nvPr/>
        </p:nvSpPr>
        <p:spPr>
          <a:xfrm>
            <a:off x="2219384" y="5021376"/>
            <a:ext cx="390000" cy="290000"/>
          </a:xfrm>
          <a:prstGeom prst="rect">
            <a:avLst/>
          </a:prstGeom>
          <a:solidFill>
            <a:srgbClr val="2980B9">
              <a:alpha val="5851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6" name="T6143"/>
          <p:cNvSpPr/>
          <p:nvPr/>
        </p:nvSpPr>
        <p:spPr>
          <a:xfrm>
            <a:off x="221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3.8M</a:t>
            </a:r>
            <a:endParaRPr lang="zh-CN" sz="570" dirty="0"/>
          </a:p>
        </p:txBody>
      </p:sp>
      <p:sp>
        <p:nvSpPr>
          <p:cNvPr id="787" name="T6144"/>
          <p:cNvSpPr/>
          <p:nvPr/>
        </p:nvSpPr>
        <p:spPr>
          <a:xfrm>
            <a:off x="221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88" name="R6145"/>
          <p:cNvSpPr/>
          <p:nvPr/>
        </p:nvSpPr>
        <p:spPr>
          <a:xfrm>
            <a:off x="2609384" y="5021376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9" name="T6146"/>
          <p:cNvSpPr/>
          <p:nvPr/>
        </p:nvSpPr>
        <p:spPr>
          <a:xfrm>
            <a:off x="260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5.6M</a:t>
            </a:r>
            <a:endParaRPr lang="zh-CN" sz="570" dirty="0"/>
          </a:p>
        </p:txBody>
      </p:sp>
      <p:sp>
        <p:nvSpPr>
          <p:cNvPr id="790" name="T6147"/>
          <p:cNvSpPr/>
          <p:nvPr/>
        </p:nvSpPr>
        <p:spPr>
          <a:xfrm>
            <a:off x="260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791" name="R6148"/>
          <p:cNvSpPr/>
          <p:nvPr/>
        </p:nvSpPr>
        <p:spPr>
          <a:xfrm>
            <a:off x="2999384" y="5021376"/>
            <a:ext cx="390000" cy="290000"/>
          </a:xfrm>
          <a:prstGeom prst="rect">
            <a:avLst/>
          </a:prstGeom>
          <a:solidFill>
            <a:srgbClr val="2980B9">
              <a:alpha val="1511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2" name="T6149"/>
          <p:cNvSpPr/>
          <p:nvPr/>
        </p:nvSpPr>
        <p:spPr>
          <a:xfrm>
            <a:off x="299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zh-CN" sz="570" dirty="0"/>
          </a:p>
        </p:txBody>
      </p:sp>
      <p:sp>
        <p:nvSpPr>
          <p:cNvPr id="793" name="T6150"/>
          <p:cNvSpPr/>
          <p:nvPr/>
        </p:nvSpPr>
        <p:spPr>
          <a:xfrm>
            <a:off x="299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794" name="R6151"/>
          <p:cNvSpPr/>
          <p:nvPr/>
        </p:nvSpPr>
        <p:spPr>
          <a:xfrm>
            <a:off x="3389384" y="5021376"/>
            <a:ext cx="390000" cy="290000"/>
          </a:xfrm>
          <a:prstGeom prst="rect">
            <a:avLst/>
          </a:prstGeom>
          <a:solidFill>
            <a:srgbClr val="2980B9">
              <a:alpha val="282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5" name="T6152"/>
          <p:cNvSpPr/>
          <p:nvPr/>
        </p:nvSpPr>
        <p:spPr>
          <a:xfrm>
            <a:off x="338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796" name="T6153"/>
          <p:cNvSpPr/>
          <p:nvPr/>
        </p:nvSpPr>
        <p:spPr>
          <a:xfrm>
            <a:off x="338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97" name="R6154"/>
          <p:cNvSpPr/>
          <p:nvPr/>
        </p:nvSpPr>
        <p:spPr>
          <a:xfrm>
            <a:off x="3779384" y="5021376"/>
            <a:ext cx="390000" cy="290000"/>
          </a:xfrm>
          <a:prstGeom prst="rect">
            <a:avLst/>
          </a:prstGeom>
          <a:solidFill>
            <a:srgbClr val="2980B9">
              <a:alpha val="3382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8" name="T6155"/>
          <p:cNvSpPr/>
          <p:nvPr/>
        </p:nvSpPr>
        <p:spPr>
          <a:xfrm>
            <a:off x="377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799" name="T6156"/>
          <p:cNvSpPr/>
          <p:nvPr/>
        </p:nvSpPr>
        <p:spPr>
          <a:xfrm>
            <a:off x="377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800" name="R6157"/>
          <p:cNvSpPr/>
          <p:nvPr/>
        </p:nvSpPr>
        <p:spPr>
          <a:xfrm>
            <a:off x="4169384" y="5021376"/>
            <a:ext cx="390000" cy="290000"/>
          </a:xfrm>
          <a:prstGeom prst="rect">
            <a:avLst/>
          </a:prstGeom>
          <a:solidFill>
            <a:srgbClr val="2980B9">
              <a:alpha val="385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1" name="T6158"/>
          <p:cNvSpPr/>
          <p:nvPr/>
        </p:nvSpPr>
        <p:spPr>
          <a:xfrm>
            <a:off x="416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02" name="T6159"/>
          <p:cNvSpPr/>
          <p:nvPr/>
        </p:nvSpPr>
        <p:spPr>
          <a:xfrm>
            <a:off x="416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803" name="R6160"/>
          <p:cNvSpPr/>
          <p:nvPr/>
        </p:nvSpPr>
        <p:spPr>
          <a:xfrm>
            <a:off x="4559384" y="5021376"/>
            <a:ext cx="390000" cy="290000"/>
          </a:xfrm>
          <a:prstGeom prst="rect">
            <a:avLst/>
          </a:prstGeom>
          <a:solidFill>
            <a:srgbClr val="2980B9">
              <a:alpha val="3817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4" name="T6161"/>
          <p:cNvSpPr/>
          <p:nvPr/>
        </p:nvSpPr>
        <p:spPr>
          <a:xfrm>
            <a:off x="455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05" name="T6162"/>
          <p:cNvSpPr/>
          <p:nvPr/>
        </p:nvSpPr>
        <p:spPr>
          <a:xfrm>
            <a:off x="455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06" name="R6163"/>
          <p:cNvSpPr/>
          <p:nvPr/>
        </p:nvSpPr>
        <p:spPr>
          <a:xfrm>
            <a:off x="4949384" y="502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7" name="R6164"/>
          <p:cNvSpPr/>
          <p:nvPr/>
        </p:nvSpPr>
        <p:spPr>
          <a:xfrm>
            <a:off x="5339384" y="5021376"/>
            <a:ext cx="390000" cy="290000"/>
          </a:xfrm>
          <a:prstGeom prst="rect">
            <a:avLst/>
          </a:prstGeom>
          <a:solidFill>
            <a:srgbClr val="C8DEED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8" name="T6165"/>
          <p:cNvSpPr/>
          <p:nvPr/>
        </p:nvSpPr>
        <p:spPr>
          <a:xfrm>
            <a:off x="533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b="1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09" name="T6166"/>
          <p:cNvSpPr/>
          <p:nvPr/>
        </p:nvSpPr>
        <p:spPr>
          <a:xfrm>
            <a:off x="5333365" y="5195570"/>
            <a:ext cx="389890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10" name="T6167"/>
          <p:cNvSpPr/>
          <p:nvPr/>
        </p:nvSpPr>
        <p:spPr>
          <a:xfrm>
            <a:off x="182880" y="531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680" dirty="0"/>
          </a:p>
        </p:txBody>
      </p:sp>
      <p:sp>
        <p:nvSpPr>
          <p:cNvPr id="811" name="R6168"/>
          <p:cNvSpPr/>
          <p:nvPr/>
        </p:nvSpPr>
        <p:spPr>
          <a:xfrm>
            <a:off x="65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2" name="R6169"/>
          <p:cNvSpPr/>
          <p:nvPr/>
        </p:nvSpPr>
        <p:spPr>
          <a:xfrm>
            <a:off x="1049384" y="5311376"/>
            <a:ext cx="390000" cy="290000"/>
          </a:xfrm>
          <a:prstGeom prst="rect">
            <a:avLst/>
          </a:prstGeom>
          <a:solidFill>
            <a:srgbClr val="8E44AD">
              <a:alpha val="1542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3" name="T6170"/>
          <p:cNvSpPr/>
          <p:nvPr/>
        </p:nvSpPr>
        <p:spPr>
          <a:xfrm>
            <a:off x="104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814" name="T6171"/>
          <p:cNvSpPr/>
          <p:nvPr/>
        </p:nvSpPr>
        <p:spPr>
          <a:xfrm>
            <a:off x="104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15" name="R6172"/>
          <p:cNvSpPr/>
          <p:nvPr/>
        </p:nvSpPr>
        <p:spPr>
          <a:xfrm>
            <a:off x="1439384" y="5311376"/>
            <a:ext cx="390000" cy="290000"/>
          </a:xfrm>
          <a:prstGeom prst="rect">
            <a:avLst/>
          </a:prstGeom>
          <a:solidFill>
            <a:srgbClr val="8E44AD">
              <a:alpha val="2583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6" name="T6173"/>
          <p:cNvSpPr/>
          <p:nvPr/>
        </p:nvSpPr>
        <p:spPr>
          <a:xfrm>
            <a:off x="143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17" name="T6174"/>
          <p:cNvSpPr/>
          <p:nvPr/>
        </p:nvSpPr>
        <p:spPr>
          <a:xfrm>
            <a:off x="143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18" name="R6175"/>
          <p:cNvSpPr/>
          <p:nvPr/>
        </p:nvSpPr>
        <p:spPr>
          <a:xfrm>
            <a:off x="182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9" name="R6176"/>
          <p:cNvSpPr/>
          <p:nvPr/>
        </p:nvSpPr>
        <p:spPr>
          <a:xfrm>
            <a:off x="221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0" name="R6177"/>
          <p:cNvSpPr/>
          <p:nvPr/>
        </p:nvSpPr>
        <p:spPr>
          <a:xfrm>
            <a:off x="260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1" name="R6178"/>
          <p:cNvSpPr/>
          <p:nvPr/>
        </p:nvSpPr>
        <p:spPr>
          <a:xfrm>
            <a:off x="299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2" name="R6179"/>
          <p:cNvSpPr/>
          <p:nvPr/>
        </p:nvSpPr>
        <p:spPr>
          <a:xfrm>
            <a:off x="3389384" y="5311376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3" name="T6180"/>
          <p:cNvSpPr/>
          <p:nvPr/>
        </p:nvSpPr>
        <p:spPr>
          <a:xfrm>
            <a:off x="338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824" name="T6181"/>
          <p:cNvSpPr/>
          <p:nvPr/>
        </p:nvSpPr>
        <p:spPr>
          <a:xfrm>
            <a:off x="338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25" name="R6182"/>
          <p:cNvSpPr/>
          <p:nvPr/>
        </p:nvSpPr>
        <p:spPr>
          <a:xfrm>
            <a:off x="3779384" y="5311376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6" name="T6183"/>
          <p:cNvSpPr/>
          <p:nvPr/>
        </p:nvSpPr>
        <p:spPr>
          <a:xfrm>
            <a:off x="377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827" name="T6184"/>
          <p:cNvSpPr/>
          <p:nvPr/>
        </p:nvSpPr>
        <p:spPr>
          <a:xfrm>
            <a:off x="377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28" name="R6185"/>
          <p:cNvSpPr/>
          <p:nvPr/>
        </p:nvSpPr>
        <p:spPr>
          <a:xfrm>
            <a:off x="416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9" name="R6186"/>
          <p:cNvSpPr/>
          <p:nvPr/>
        </p:nvSpPr>
        <p:spPr>
          <a:xfrm>
            <a:off x="455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0" name="R6187"/>
          <p:cNvSpPr/>
          <p:nvPr/>
        </p:nvSpPr>
        <p:spPr>
          <a:xfrm>
            <a:off x="494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1" name="R6188"/>
          <p:cNvSpPr/>
          <p:nvPr/>
        </p:nvSpPr>
        <p:spPr>
          <a:xfrm>
            <a:off x="5339384" y="5311376"/>
            <a:ext cx="390000" cy="290000"/>
          </a:xfrm>
          <a:prstGeom prst="rect">
            <a:avLst/>
          </a:prstGeom>
          <a:solidFill>
            <a:srgbClr val="E7D9EE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2" name="T6189"/>
          <p:cNvSpPr/>
          <p:nvPr/>
        </p:nvSpPr>
        <p:spPr>
          <a:xfrm>
            <a:off x="533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b="1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3" name="T6190"/>
          <p:cNvSpPr/>
          <p:nvPr/>
        </p:nvSpPr>
        <p:spPr>
          <a:xfrm>
            <a:off x="5333669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4" name="T6191"/>
          <p:cNvSpPr/>
          <p:nvPr/>
        </p:nvSpPr>
        <p:spPr>
          <a:xfrm>
            <a:off x="182880" y="560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680" dirty="0"/>
          </a:p>
        </p:txBody>
      </p:sp>
      <p:sp>
        <p:nvSpPr>
          <p:cNvPr id="835" name="R6192"/>
          <p:cNvSpPr/>
          <p:nvPr/>
        </p:nvSpPr>
        <p:spPr>
          <a:xfrm>
            <a:off x="659384" y="5601376"/>
            <a:ext cx="390000" cy="290000"/>
          </a:xfrm>
          <a:prstGeom prst="rect">
            <a:avLst/>
          </a:prstGeom>
          <a:solidFill>
            <a:srgbClr val="94A3B8">
              <a:alpha val="1578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6" name="T6193"/>
          <p:cNvSpPr/>
          <p:nvPr/>
        </p:nvSpPr>
        <p:spPr>
          <a:xfrm>
            <a:off x="65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zh-CN" sz="570" dirty="0"/>
          </a:p>
        </p:txBody>
      </p:sp>
      <p:sp>
        <p:nvSpPr>
          <p:cNvPr id="837" name="T6194"/>
          <p:cNvSpPr/>
          <p:nvPr/>
        </p:nvSpPr>
        <p:spPr>
          <a:xfrm>
            <a:off x="65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38" name="R6195"/>
          <p:cNvSpPr/>
          <p:nvPr/>
        </p:nvSpPr>
        <p:spPr>
          <a:xfrm>
            <a:off x="1049384" y="5601376"/>
            <a:ext cx="390000" cy="290000"/>
          </a:xfrm>
          <a:prstGeom prst="rect">
            <a:avLst/>
          </a:prstGeom>
          <a:solidFill>
            <a:srgbClr val="94A3B8">
              <a:alpha val="3104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9" name="T6196"/>
          <p:cNvSpPr/>
          <p:nvPr/>
        </p:nvSpPr>
        <p:spPr>
          <a:xfrm>
            <a:off x="104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40" name="T6197"/>
          <p:cNvSpPr/>
          <p:nvPr/>
        </p:nvSpPr>
        <p:spPr>
          <a:xfrm>
            <a:off x="104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41" name="R6198"/>
          <p:cNvSpPr/>
          <p:nvPr/>
        </p:nvSpPr>
        <p:spPr>
          <a:xfrm>
            <a:off x="1439384" y="5601376"/>
            <a:ext cx="390000" cy="290000"/>
          </a:xfrm>
          <a:prstGeom prst="rect">
            <a:avLst/>
          </a:prstGeom>
          <a:solidFill>
            <a:srgbClr val="94A3B8">
              <a:alpha val="6517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2" name="T6199"/>
          <p:cNvSpPr/>
          <p:nvPr/>
        </p:nvSpPr>
        <p:spPr>
          <a:xfrm>
            <a:off x="143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843" name="T6200"/>
          <p:cNvSpPr/>
          <p:nvPr/>
        </p:nvSpPr>
        <p:spPr>
          <a:xfrm>
            <a:off x="143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844" name="R6201"/>
          <p:cNvSpPr/>
          <p:nvPr/>
        </p:nvSpPr>
        <p:spPr>
          <a:xfrm>
            <a:off x="1829384" y="5601376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5" name="T6202"/>
          <p:cNvSpPr/>
          <p:nvPr/>
        </p:nvSpPr>
        <p:spPr>
          <a:xfrm>
            <a:off x="182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846" name="T6203"/>
          <p:cNvSpPr/>
          <p:nvPr/>
        </p:nvSpPr>
        <p:spPr>
          <a:xfrm>
            <a:off x="182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47" name="R6204"/>
          <p:cNvSpPr/>
          <p:nvPr/>
        </p:nvSpPr>
        <p:spPr>
          <a:xfrm>
            <a:off x="2219384" y="5601376"/>
            <a:ext cx="390000" cy="290000"/>
          </a:xfrm>
          <a:prstGeom prst="rect">
            <a:avLst/>
          </a:prstGeom>
          <a:solidFill>
            <a:srgbClr val="94A3B8">
              <a:alpha val="551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8" name="T6205"/>
          <p:cNvSpPr/>
          <p:nvPr/>
        </p:nvSpPr>
        <p:spPr>
          <a:xfrm>
            <a:off x="221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849" name="T6206"/>
          <p:cNvSpPr/>
          <p:nvPr/>
        </p:nvSpPr>
        <p:spPr>
          <a:xfrm>
            <a:off x="221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50" name="R6207"/>
          <p:cNvSpPr/>
          <p:nvPr/>
        </p:nvSpPr>
        <p:spPr>
          <a:xfrm>
            <a:off x="2609384" y="5601376"/>
            <a:ext cx="390000" cy="290000"/>
          </a:xfrm>
          <a:prstGeom prst="rect">
            <a:avLst/>
          </a:prstGeom>
          <a:solidFill>
            <a:srgbClr val="94A3B8">
              <a:alpha val="631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1" name="T6208"/>
          <p:cNvSpPr/>
          <p:nvPr/>
        </p:nvSpPr>
        <p:spPr>
          <a:xfrm>
            <a:off x="260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852" name="T6209"/>
          <p:cNvSpPr/>
          <p:nvPr/>
        </p:nvSpPr>
        <p:spPr>
          <a:xfrm>
            <a:off x="260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53" name="R6210"/>
          <p:cNvSpPr/>
          <p:nvPr/>
        </p:nvSpPr>
        <p:spPr>
          <a:xfrm>
            <a:off x="299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4" name="R6211"/>
          <p:cNvSpPr/>
          <p:nvPr/>
        </p:nvSpPr>
        <p:spPr>
          <a:xfrm>
            <a:off x="338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5" name="R6212"/>
          <p:cNvSpPr/>
          <p:nvPr/>
        </p:nvSpPr>
        <p:spPr>
          <a:xfrm>
            <a:off x="3779384" y="5601376"/>
            <a:ext cx="390000" cy="290000"/>
          </a:xfrm>
          <a:prstGeom prst="rect">
            <a:avLst/>
          </a:prstGeom>
          <a:solidFill>
            <a:srgbClr val="94A3B8">
              <a:alpha val="503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6" name="T6213"/>
          <p:cNvSpPr/>
          <p:nvPr/>
        </p:nvSpPr>
        <p:spPr>
          <a:xfrm>
            <a:off x="377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857" name="T6214"/>
          <p:cNvSpPr/>
          <p:nvPr/>
        </p:nvSpPr>
        <p:spPr>
          <a:xfrm>
            <a:off x="377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58" name="R6215"/>
          <p:cNvSpPr/>
          <p:nvPr/>
        </p:nvSpPr>
        <p:spPr>
          <a:xfrm>
            <a:off x="416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9" name="R6216"/>
          <p:cNvSpPr/>
          <p:nvPr/>
        </p:nvSpPr>
        <p:spPr>
          <a:xfrm>
            <a:off x="4559384" y="5601376"/>
            <a:ext cx="390000" cy="290000"/>
          </a:xfrm>
          <a:prstGeom prst="rect">
            <a:avLst/>
          </a:prstGeom>
          <a:solidFill>
            <a:srgbClr val="94A3B8">
              <a:alpha val="204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0" name="T6217"/>
          <p:cNvSpPr/>
          <p:nvPr/>
        </p:nvSpPr>
        <p:spPr>
          <a:xfrm>
            <a:off x="455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61" name="T6218"/>
          <p:cNvSpPr/>
          <p:nvPr/>
        </p:nvSpPr>
        <p:spPr>
          <a:xfrm>
            <a:off x="455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62" name="R6219"/>
          <p:cNvSpPr/>
          <p:nvPr/>
        </p:nvSpPr>
        <p:spPr>
          <a:xfrm>
            <a:off x="494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3" name="R6220"/>
          <p:cNvSpPr/>
          <p:nvPr/>
        </p:nvSpPr>
        <p:spPr>
          <a:xfrm>
            <a:off x="5339384" y="5601376"/>
            <a:ext cx="390000" cy="290000"/>
          </a:xfrm>
          <a:prstGeom prst="rect">
            <a:avLst/>
          </a:prstGeom>
          <a:solidFill>
            <a:srgbClr val="C9D1DB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4" name="T6221"/>
          <p:cNvSpPr/>
          <p:nvPr/>
        </p:nvSpPr>
        <p:spPr>
          <a:xfrm>
            <a:off x="533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865" name="T6222"/>
          <p:cNvSpPr/>
          <p:nvPr/>
        </p:nvSpPr>
        <p:spPr>
          <a:xfrm>
            <a:off x="533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866" name="T6223"/>
          <p:cNvSpPr/>
          <p:nvPr/>
        </p:nvSpPr>
        <p:spPr>
          <a:xfrm>
            <a:off x="182880" y="589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680" dirty="0"/>
          </a:p>
        </p:txBody>
      </p:sp>
      <p:sp>
        <p:nvSpPr>
          <p:cNvPr id="867" name="R6224"/>
          <p:cNvSpPr/>
          <p:nvPr/>
        </p:nvSpPr>
        <p:spPr>
          <a:xfrm>
            <a:off x="659384" y="5891376"/>
            <a:ext cx="390000" cy="290000"/>
          </a:xfrm>
          <a:prstGeom prst="rect">
            <a:avLst/>
          </a:prstGeom>
          <a:solidFill>
            <a:srgbClr val="374151">
              <a:alpha val="257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8" name="T6225"/>
          <p:cNvSpPr/>
          <p:nvPr/>
        </p:nvSpPr>
        <p:spPr>
          <a:xfrm>
            <a:off x="65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18.0M</a:t>
            </a:r>
            <a:endParaRPr lang="zh-CN" sz="570" dirty="0"/>
          </a:p>
        </p:txBody>
      </p:sp>
      <p:sp>
        <p:nvSpPr>
          <p:cNvPr id="869" name="T6226"/>
          <p:cNvSpPr/>
          <p:nvPr/>
        </p:nvSpPr>
        <p:spPr>
          <a:xfrm>
            <a:off x="65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63件</a:t>
            </a:r>
            <a:endParaRPr lang="zh-CN" sz="500" dirty="0"/>
          </a:p>
        </p:txBody>
      </p:sp>
      <p:sp>
        <p:nvSpPr>
          <p:cNvPr id="870" name="R6227"/>
          <p:cNvSpPr/>
          <p:nvPr/>
        </p:nvSpPr>
        <p:spPr>
          <a:xfrm>
            <a:off x="1049384" y="5891376"/>
            <a:ext cx="390000" cy="290000"/>
          </a:xfrm>
          <a:prstGeom prst="rect">
            <a:avLst/>
          </a:prstGeom>
          <a:solidFill>
            <a:srgbClr val="374151">
              <a:alpha val="426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1" name="T6228"/>
          <p:cNvSpPr/>
          <p:nvPr/>
        </p:nvSpPr>
        <p:spPr>
          <a:xfrm>
            <a:off x="104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46.4M</a:t>
            </a:r>
            <a:endParaRPr lang="zh-CN" sz="570" dirty="0"/>
          </a:p>
        </p:txBody>
      </p:sp>
      <p:sp>
        <p:nvSpPr>
          <p:cNvPr id="872" name="T6229"/>
          <p:cNvSpPr/>
          <p:nvPr/>
        </p:nvSpPr>
        <p:spPr>
          <a:xfrm>
            <a:off x="104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52件</a:t>
            </a:r>
            <a:endParaRPr lang="zh-CN" sz="500" dirty="0"/>
          </a:p>
        </p:txBody>
      </p:sp>
      <p:sp>
        <p:nvSpPr>
          <p:cNvPr id="873" name="R6230"/>
          <p:cNvSpPr/>
          <p:nvPr/>
        </p:nvSpPr>
        <p:spPr>
          <a:xfrm>
            <a:off x="1439384" y="5891376"/>
            <a:ext cx="390000" cy="290000"/>
          </a:xfrm>
          <a:prstGeom prst="rect">
            <a:avLst/>
          </a:prstGeom>
          <a:solidFill>
            <a:srgbClr val="374151">
              <a:alpha val="3242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4" name="T6231"/>
          <p:cNvSpPr/>
          <p:nvPr/>
        </p:nvSpPr>
        <p:spPr>
          <a:xfrm>
            <a:off x="143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29.2M</a:t>
            </a:r>
            <a:endParaRPr lang="zh-CN" sz="570" dirty="0"/>
          </a:p>
        </p:txBody>
      </p:sp>
      <p:sp>
        <p:nvSpPr>
          <p:cNvPr id="875" name="T6232"/>
          <p:cNvSpPr/>
          <p:nvPr/>
        </p:nvSpPr>
        <p:spPr>
          <a:xfrm>
            <a:off x="143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58件</a:t>
            </a:r>
            <a:endParaRPr lang="zh-CN" sz="500" dirty="0"/>
          </a:p>
        </p:txBody>
      </p:sp>
      <p:sp>
        <p:nvSpPr>
          <p:cNvPr id="876" name="R6233"/>
          <p:cNvSpPr/>
          <p:nvPr/>
        </p:nvSpPr>
        <p:spPr>
          <a:xfrm>
            <a:off x="1829384" y="5891376"/>
            <a:ext cx="390000" cy="290000"/>
          </a:xfrm>
          <a:prstGeom prst="rect">
            <a:avLst/>
          </a:prstGeom>
          <a:solidFill>
            <a:srgbClr val="374151">
              <a:alpha val="269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7" name="T6234"/>
          <p:cNvSpPr/>
          <p:nvPr/>
        </p:nvSpPr>
        <p:spPr>
          <a:xfrm>
            <a:off x="182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20.1M</a:t>
            </a:r>
            <a:endParaRPr lang="zh-CN" sz="570" dirty="0"/>
          </a:p>
        </p:txBody>
      </p:sp>
      <p:sp>
        <p:nvSpPr>
          <p:cNvPr id="878" name="T6235"/>
          <p:cNvSpPr/>
          <p:nvPr/>
        </p:nvSpPr>
        <p:spPr>
          <a:xfrm>
            <a:off x="18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879" name="R6236"/>
          <p:cNvSpPr/>
          <p:nvPr/>
        </p:nvSpPr>
        <p:spPr>
          <a:xfrm>
            <a:off x="2219384" y="5891376"/>
            <a:ext cx="390000" cy="290000"/>
          </a:xfrm>
          <a:prstGeom prst="rect">
            <a:avLst/>
          </a:prstGeom>
          <a:solidFill>
            <a:srgbClr val="374151">
              <a:alpha val="3287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0" name="T6237"/>
          <p:cNvSpPr/>
          <p:nvPr/>
        </p:nvSpPr>
        <p:spPr>
          <a:xfrm>
            <a:off x="221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30.0M</a:t>
            </a:r>
            <a:endParaRPr lang="zh-CN" sz="570" dirty="0"/>
          </a:p>
        </p:txBody>
      </p:sp>
      <p:sp>
        <p:nvSpPr>
          <p:cNvPr id="881" name="T6238"/>
          <p:cNvSpPr/>
          <p:nvPr/>
        </p:nvSpPr>
        <p:spPr>
          <a:xfrm>
            <a:off x="221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58件</a:t>
            </a:r>
            <a:endParaRPr lang="zh-CN" sz="500" dirty="0"/>
          </a:p>
        </p:txBody>
      </p:sp>
      <p:sp>
        <p:nvSpPr>
          <p:cNvPr id="882" name="R6239"/>
          <p:cNvSpPr/>
          <p:nvPr/>
        </p:nvSpPr>
        <p:spPr>
          <a:xfrm>
            <a:off x="2609384" y="5891376"/>
            <a:ext cx="390000" cy="290000"/>
          </a:xfrm>
          <a:prstGeom prst="rect">
            <a:avLst/>
          </a:prstGeom>
          <a:solidFill>
            <a:srgbClr val="374151">
              <a:alpha val="3853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3" name="T6240"/>
          <p:cNvSpPr/>
          <p:nvPr/>
        </p:nvSpPr>
        <p:spPr>
          <a:xfrm>
            <a:off x="260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39.5M</a:t>
            </a:r>
            <a:endParaRPr lang="zh-CN" sz="570" dirty="0"/>
          </a:p>
        </p:txBody>
      </p:sp>
      <p:sp>
        <p:nvSpPr>
          <p:cNvPr id="884" name="T6241"/>
          <p:cNvSpPr/>
          <p:nvPr/>
        </p:nvSpPr>
        <p:spPr>
          <a:xfrm>
            <a:off x="260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zh-CN" sz="500" dirty="0"/>
          </a:p>
        </p:txBody>
      </p:sp>
      <p:sp>
        <p:nvSpPr>
          <p:cNvPr id="885" name="R6242"/>
          <p:cNvSpPr/>
          <p:nvPr/>
        </p:nvSpPr>
        <p:spPr>
          <a:xfrm>
            <a:off x="2999384" y="5891376"/>
            <a:ext cx="390000" cy="290000"/>
          </a:xfrm>
          <a:prstGeom prst="rect">
            <a:avLst/>
          </a:prstGeom>
          <a:solidFill>
            <a:srgbClr val="374151">
              <a:alpha val="1933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6" name="T6243"/>
          <p:cNvSpPr/>
          <p:nvPr/>
        </p:nvSpPr>
        <p:spPr>
          <a:xfrm>
            <a:off x="299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7.3M</a:t>
            </a:r>
            <a:endParaRPr lang="zh-CN" sz="570" dirty="0"/>
          </a:p>
        </p:txBody>
      </p:sp>
      <p:sp>
        <p:nvSpPr>
          <p:cNvPr id="887" name="T6244"/>
          <p:cNvSpPr/>
          <p:nvPr/>
        </p:nvSpPr>
        <p:spPr>
          <a:xfrm>
            <a:off x="299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888" name="R6245"/>
          <p:cNvSpPr/>
          <p:nvPr/>
        </p:nvSpPr>
        <p:spPr>
          <a:xfrm>
            <a:off x="3389384" y="5891376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9" name="T6246"/>
          <p:cNvSpPr/>
          <p:nvPr/>
        </p:nvSpPr>
        <p:spPr>
          <a:xfrm>
            <a:off x="338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67.0M</a:t>
            </a:r>
            <a:endParaRPr lang="zh-CN" sz="570" dirty="0"/>
          </a:p>
        </p:txBody>
      </p:sp>
      <p:sp>
        <p:nvSpPr>
          <p:cNvPr id="890" name="T6247"/>
          <p:cNvSpPr/>
          <p:nvPr/>
        </p:nvSpPr>
        <p:spPr>
          <a:xfrm>
            <a:off x="338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61件</a:t>
            </a:r>
            <a:endParaRPr lang="zh-CN" sz="500" dirty="0"/>
          </a:p>
        </p:txBody>
      </p:sp>
      <p:sp>
        <p:nvSpPr>
          <p:cNvPr id="891" name="R6248"/>
          <p:cNvSpPr/>
          <p:nvPr/>
        </p:nvSpPr>
        <p:spPr>
          <a:xfrm>
            <a:off x="3779384" y="5891376"/>
            <a:ext cx="390000" cy="290000"/>
          </a:xfrm>
          <a:prstGeom prst="rect">
            <a:avLst/>
          </a:prstGeom>
          <a:solidFill>
            <a:srgbClr val="374151">
              <a:alpha val="2444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2" name="T6249"/>
          <p:cNvSpPr/>
          <p:nvPr/>
        </p:nvSpPr>
        <p:spPr>
          <a:xfrm>
            <a:off x="377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15.8M</a:t>
            </a:r>
            <a:endParaRPr lang="zh-CN" sz="570" dirty="0"/>
          </a:p>
        </p:txBody>
      </p:sp>
      <p:sp>
        <p:nvSpPr>
          <p:cNvPr id="893" name="T6250"/>
          <p:cNvSpPr/>
          <p:nvPr/>
        </p:nvSpPr>
        <p:spPr>
          <a:xfrm>
            <a:off x="377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894" name="R6251"/>
          <p:cNvSpPr/>
          <p:nvPr/>
        </p:nvSpPr>
        <p:spPr>
          <a:xfrm>
            <a:off x="4169384" y="5891376"/>
            <a:ext cx="390000" cy="290000"/>
          </a:xfrm>
          <a:prstGeom prst="rect">
            <a:avLst/>
          </a:prstGeom>
          <a:solidFill>
            <a:srgbClr val="374151">
              <a:alpha val="2198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5" name="T6252"/>
          <p:cNvSpPr/>
          <p:nvPr/>
        </p:nvSpPr>
        <p:spPr>
          <a:xfrm>
            <a:off x="416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zh-CN" sz="570" dirty="0"/>
          </a:p>
        </p:txBody>
      </p:sp>
      <p:sp>
        <p:nvSpPr>
          <p:cNvPr id="896" name="T6253"/>
          <p:cNvSpPr/>
          <p:nvPr/>
        </p:nvSpPr>
        <p:spPr>
          <a:xfrm>
            <a:off x="416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897" name="R6254"/>
          <p:cNvSpPr/>
          <p:nvPr/>
        </p:nvSpPr>
        <p:spPr>
          <a:xfrm>
            <a:off x="4559384" y="5891376"/>
            <a:ext cx="390000" cy="290000"/>
          </a:xfrm>
          <a:prstGeom prst="rect">
            <a:avLst/>
          </a:prstGeom>
          <a:solidFill>
            <a:srgbClr val="374151">
              <a:alpha val="3939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8" name="T6255"/>
          <p:cNvSpPr/>
          <p:nvPr/>
        </p:nvSpPr>
        <p:spPr>
          <a:xfrm>
            <a:off x="455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41.0M</a:t>
            </a:r>
            <a:endParaRPr lang="zh-CN" sz="570" dirty="0"/>
          </a:p>
        </p:txBody>
      </p:sp>
      <p:sp>
        <p:nvSpPr>
          <p:cNvPr id="899" name="T6256"/>
          <p:cNvSpPr/>
          <p:nvPr/>
        </p:nvSpPr>
        <p:spPr>
          <a:xfrm>
            <a:off x="455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900" name="R6257"/>
          <p:cNvSpPr/>
          <p:nvPr/>
        </p:nvSpPr>
        <p:spPr>
          <a:xfrm>
            <a:off x="4949384" y="5891376"/>
            <a:ext cx="390000" cy="290000"/>
          </a:xfrm>
          <a:prstGeom prst="rect">
            <a:avLst/>
          </a:prstGeom>
          <a:solidFill>
            <a:srgbClr val="374151">
              <a:alpha val="187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1" name="T6258"/>
          <p:cNvSpPr/>
          <p:nvPr/>
        </p:nvSpPr>
        <p:spPr>
          <a:xfrm>
            <a:off x="494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7.9M</a:t>
            </a:r>
            <a:endParaRPr lang="zh-CN" sz="570" dirty="0"/>
          </a:p>
        </p:txBody>
      </p:sp>
      <p:sp>
        <p:nvSpPr>
          <p:cNvPr id="902" name="T6259"/>
          <p:cNvSpPr/>
          <p:nvPr/>
        </p:nvSpPr>
        <p:spPr>
          <a:xfrm>
            <a:off x="494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903" name="R6260"/>
          <p:cNvSpPr/>
          <p:nvPr/>
        </p:nvSpPr>
        <p:spPr>
          <a:xfrm>
            <a:off x="5339384" y="5891376"/>
            <a:ext cx="390000" cy="290000"/>
          </a:xfrm>
          <a:prstGeom prst="rect">
            <a:avLst/>
          </a:prstGeom>
          <a:solidFill>
            <a:srgbClr val="1A1A2E">
              <a:alpha val="7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4" name="T6261"/>
          <p:cNvSpPr/>
          <p:nvPr/>
        </p:nvSpPr>
        <p:spPr>
          <a:xfrm>
            <a:off x="533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13.5M</a:t>
            </a:r>
            <a:endParaRPr lang="zh-CN" sz="570" dirty="0"/>
          </a:p>
        </p:txBody>
      </p:sp>
      <p:sp>
        <p:nvSpPr>
          <p:cNvPr id="905" name="T6262"/>
          <p:cNvSpPr/>
          <p:nvPr/>
        </p:nvSpPr>
        <p:spPr>
          <a:xfrm>
            <a:off x="533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45件</a:t>
            </a:r>
            <a:endParaRPr lang="zh-CN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endParaRPr lang="en-US" sz="8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姜通+战略合作（唯思）合计贡献批核APE </a:t>
            </a:r>
            <a:r>
              <a:rPr lang="en-US" sz="850" b="1" dirty="0">
                <a:solidFill>
                  <a:srgbClr val="4A235A"/>
                </a:solidFill>
              </a:rPr>
              <a:t>71.3%</a:t>
            </a:r>
            <a:r>
              <a:rPr lang="en-US" sz="850" dirty="0">
                <a:solidFill>
                  <a:srgbClr val="374151"/>
                </a:solidFill>
              </a:rPr>
              <a:t>，但模式迥异：叶一舟「大单驱动型」件均APE≈</a:t>
            </a:r>
            <a:r>
              <a:rPr lang="en-US" sz="850" b="1" dirty="0">
                <a:solidFill>
                  <a:srgbClr val="00796B"/>
                </a:solidFill>
              </a:rPr>
              <a:t>323万</a:t>
            </a:r>
            <a:r>
              <a:rPr lang="en-US" sz="850" dirty="0">
                <a:solidFill>
                  <a:srgbClr val="374151"/>
                </a:solidFill>
              </a:rPr>
              <a:t>；姜通「流量驱动型」</a:t>
            </a:r>
            <a:r>
              <a:rPr lang="en-US" sz="850" b="1" dirty="0">
                <a:solidFill>
                  <a:srgbClr val="F5A623"/>
                </a:solidFill>
              </a:rPr>
              <a:t>227件</a:t>
            </a:r>
            <a:r>
              <a:rPr lang="en-US" sz="850" dirty="0">
                <a:solidFill>
                  <a:srgbClr val="374151"/>
                </a:solidFill>
              </a:rPr>
              <a:t>为全场最高。须差异化管理策略。</a:t>
            </a:r>
            <a:endParaRPr lang="en-US" sz="850" dirty="0"/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EGA批核率高达 </a:t>
            </a:r>
            <a:r>
              <a:rPr lang="en-US" sz="850" b="1" dirty="0">
                <a:solidFill>
                  <a:srgbClr val="00796B"/>
                </a:solidFill>
                <a:sym typeface="+mn-ea"/>
              </a:rPr>
              <a:t>0.48M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，几乎无坏单；唯思批核率仅 </a:t>
            </a:r>
            <a:r>
              <a:rPr lang="en-US" sz="850" b="1" dirty="0">
                <a:solidFill>
                  <a:srgbClr val="C0392B"/>
                </a:solidFill>
                <a:sym typeface="+mn-ea"/>
              </a:rPr>
              <a:t>71%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（未批核6.8M）；松石/万城批核率 </a:t>
            </a:r>
            <a:r>
              <a:rPr lang="en-US" sz="850" b="1" dirty="0">
                <a:solidFill>
                  <a:srgbClr val="C0392B"/>
                </a:solidFill>
                <a:sym typeface="+mn-ea"/>
              </a:rPr>
              <a:t>0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，须优先排查件质量问题。EGA 4件/27.24M件均最高，唯思61件为量最多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53.2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29.6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EGA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27.24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82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30.06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23.51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6.83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29.96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20.93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9.76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0.95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29.06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17.28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6.53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0.68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23.25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10.33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4.39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9.34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8.93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8.79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1.44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2.01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1.19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3.32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德方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1.56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1.17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2.54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龙腾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1.28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雅德保险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松石保险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11.70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11.70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2.73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136.81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296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64.43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121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1.48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202.72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422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W13预约</a:t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件均29.8W</a:t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W13签单</a:t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7.5M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件均35.94W</a:t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W13批核</a:t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10.0M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件均31.39W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W13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1.86M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1.63M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2.00M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2.69M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1.97M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1.04M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796B"/>
                          </a:solidFill>
                        </a:rPr>
                        <a:t>1.14M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EGA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850" b="1" dirty="0">
                          <a:solidFill>
                            <a:srgbClr val="1A1A2E"/>
                          </a:solidFill>
                        </a:rPr>
                        <a:t>德方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850" dirty="0">
                          <a:solidFill>
                            <a:schemeClr val="bg1"/>
                          </a:solidFill>
                        </a:rPr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3.6M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7.5M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10.05M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W13（4月初）同行批核10.05M/32件显著回升——紫荊（2.69M）+唯思（1.86M）+万森（1.37M）贡献集中。签单7.55M/21件稳健，前端尚在蓄力。预约3.58M/12件为节后低位，4月中旬须恢复至5M+节奏。</a:t>
            </a:r>
            <a:endParaRPr lang="en-US" sz="800" dirty="0"/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W01–W12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0.11M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 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5.7W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件均28.6W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 | 件均43.8W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18.13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24.64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45.59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49.21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19.56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3.51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.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94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.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266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136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.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296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</a:t>
            </a:r>
            <a:endParaRPr lang="en-US" sz="850" b="1" dirty="0">
              <a:solidFill>
                <a:srgbClr val="B45309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  3月预约总量飙升至 </a:t>
            </a:r>
            <a:r>
              <a:rPr lang="en-US" sz="850" b="1" dirty="0">
                <a:solidFill>
                  <a:srgbClr val="B45309"/>
                </a:solidFill>
              </a:rPr>
              <a:t>4,559万</a:t>
            </a:r>
            <a:r>
              <a:rPr lang="en-US" sz="850" dirty="0">
                <a:solidFill>
                  <a:srgbClr val="374151"/>
                </a:solidFill>
              </a:rPr>
              <a:t>，天誉国际从235万暴涨至 </a:t>
            </a:r>
            <a:r>
              <a:rPr lang="en-US" sz="850" b="1" dirty="0">
                <a:solidFill>
                  <a:srgbClr val="B45309"/>
                </a:solidFill>
              </a:rPr>
              <a:t>699万</a:t>
            </a:r>
            <a:r>
              <a:rPr lang="en-US" sz="850" dirty="0">
                <a:solidFill>
                  <a:srgbClr val="374151"/>
                </a:solidFill>
              </a:rPr>
              <a:t>（+198%）。然而3月总签单仅3,942万，大量预约仍处「待结」状态。4月初将面临天誉国际 </a:t>
            </a:r>
            <a:r>
              <a:rPr lang="en-US" sz="850" b="1" dirty="0">
                <a:solidFill>
                  <a:srgbClr val="C0392B"/>
                </a:solidFill>
              </a:rPr>
              <a:t>27件</a:t>
            </a:r>
            <a:r>
              <a:rPr lang="en-US" sz="850" dirty="0">
                <a:solidFill>
                  <a:srgbClr val="374151"/>
                </a:solidFill>
              </a:rPr>
              <a:t> 新增预约的集中转化压力，需紧密追踪。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0"/>
          <p:cNvSpPr/>
          <p:nvPr/>
        </p:nvSpPr>
        <p:spPr>
          <a:xfrm>
            <a:off x="6120765" y="1424305"/>
            <a:ext cx="585851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8" name="Shape 60"/>
          <p:cNvSpPr/>
          <p:nvPr/>
        </p:nvSpPr>
        <p:spPr>
          <a:xfrm>
            <a:off x="190500" y="1424305"/>
            <a:ext cx="565912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6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7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8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9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170.9M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10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134件 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85.4%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1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12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3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4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5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66件 |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123.4W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6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8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9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0.78M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20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 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39W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21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22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23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4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5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6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>
            <p:custDataLst>
              <p:tags r:id="rId27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8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9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30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31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>
            <p:custDataLst>
              <p:tags r:id="rId32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33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4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5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0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01" name="s3001"/>
          <p:cNvSpPr/>
          <p:nvPr/>
        </p:nvSpPr>
        <p:spPr>
          <a:xfrm>
            <a:off x="182800" y="1411695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t3002"/>
          <p:cNvSpPr/>
          <p:nvPr/>
        </p:nvSpPr>
        <p:spPr>
          <a:xfrm>
            <a:off x="199252" y="1439000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Appointment  |  APE(M)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件数</a:t>
            </a:r>
            <a:endParaRPr lang="en-US" altLang="zh-CN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99" name="Chart_YY"/>
          <p:cNvGraphicFramePr/>
          <p:nvPr/>
        </p:nvGraphicFramePr>
        <p:xfrm>
          <a:off x="229235" y="1673225"/>
          <a:ext cx="4764405" cy="1369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5" name="Chart_QD"/>
          <p:cNvGraphicFramePr/>
          <p:nvPr/>
        </p:nvGraphicFramePr>
        <p:xfrm>
          <a:off x="199390" y="3181350"/>
          <a:ext cx="4795520" cy="1202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_PH"/>
          <p:cNvGraphicFramePr/>
          <p:nvPr/>
        </p:nvGraphicFramePr>
        <p:xfrm>
          <a:off x="229235" y="4775200"/>
          <a:ext cx="4765040" cy="1043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3001"/>
          <p:cNvSpPr/>
          <p:nvPr/>
        </p:nvSpPr>
        <p:spPr>
          <a:xfrm>
            <a:off x="180260" y="284870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</p:sp>
      <p:sp>
        <p:nvSpPr>
          <p:cNvPr id="56" name="t3002"/>
          <p:cNvSpPr/>
          <p:nvPr/>
        </p:nvSpPr>
        <p:spPr>
          <a:xfrm>
            <a:off x="258942" y="286965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Signed  |  APE(M) 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7" name="s3001"/>
          <p:cNvSpPr/>
          <p:nvPr/>
        </p:nvSpPr>
        <p:spPr>
          <a:xfrm>
            <a:off x="198675" y="438794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</p:sp>
      <p:sp>
        <p:nvSpPr>
          <p:cNvPr id="60" name="t3002"/>
          <p:cNvSpPr/>
          <p:nvPr/>
        </p:nvSpPr>
        <p:spPr>
          <a:xfrm>
            <a:off x="259577" y="441397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003" name="sw_bg_4003"/>
          <p:cNvSpPr/>
          <p:nvPr/>
        </p:nvSpPr>
        <p:spPr>
          <a:xfrm>
            <a:off x="199390" y="6094095"/>
            <a:ext cx="5647690" cy="628650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</p:sp>
      <p:sp>
        <p:nvSpPr>
          <p:cNvPr id="5" name="sw_4003"/>
          <p:cNvSpPr/>
          <p:nvPr/>
        </p:nvSpPr>
        <p:spPr>
          <a:xfrm>
            <a:off x="199390" y="6111240"/>
            <a:ext cx="5558790" cy="30416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预约：Q1民生21.3M/平安15.1M，3月民生10.5M创季度新高；4月归零，Q2开局动能待修复。签单：4月民生3.51M/6件+平安0.78M/1件，Mar积压件持续转化，Q2批核弹药充足。批核：Feb民生84.8M（61件）为Q1峰值，Mar回落至44.5M仍处高位；未批核63.5M（55件）预计Q2上半段持续释放，是达成全年目标的核心抓手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53" name="Chart 1"/>
          <p:cNvGraphicFramePr/>
          <p:nvPr>
            <p:custDataLst>
              <p:tags r:id="rId36"/>
            </p:custDataLst>
          </p:nvPr>
        </p:nvGraphicFramePr>
        <p:xfrm>
          <a:off x="6239510" y="1742440"/>
          <a:ext cx="5697220" cy="173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s3001"/>
          <p:cNvSpPr/>
          <p:nvPr/>
        </p:nvSpPr>
        <p:spPr>
          <a:xfrm>
            <a:off x="6116955" y="1424305"/>
            <a:ext cx="5861685" cy="255905"/>
          </a:xfrm>
          <a:prstGeom prst="rect">
            <a:avLst/>
          </a:prstGeom>
          <a:solidFill>
            <a:srgbClr val="0D594A"/>
          </a:solidFill>
          <a:ln>
            <a:noFill/>
          </a:ln>
        </p:spPr>
      </p:sp>
      <p:sp>
        <p:nvSpPr>
          <p:cNvPr id="58" name="t3002"/>
          <p:cNvSpPr/>
          <p:nvPr/>
        </p:nvSpPr>
        <p:spPr>
          <a:xfrm>
            <a:off x="6163310" y="1437640"/>
            <a:ext cx="3495675" cy="2616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AA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KEY ACCOUNT分析</a:t>
            </a:r>
            <a:r>
              <a:rPr lang="en-US" sz="93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010" name="target_hdr"/>
          <p:cNvSpPr/>
          <p:nvPr/>
        </p:nvSpPr>
        <p:spPr>
          <a:xfrm>
            <a:off x="6116320" y="3689985"/>
            <a:ext cx="5862955" cy="237490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AB 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目标达成分析 Target Achievement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5" name="Chart 0"/>
          <p:cNvGraphicFramePr/>
          <p:nvPr/>
        </p:nvGraphicFramePr>
        <p:xfrm>
          <a:off x="6394450" y="404812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1" name="Shape 255"/>
          <p:cNvSpPr/>
          <p:nvPr/>
        </p:nvSpPr>
        <p:spPr>
          <a:xfrm flipV="1">
            <a:off x="182245" y="6061710"/>
            <a:ext cx="5676900" cy="36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4" name="Shape 13"/>
          <p:cNvSpPr/>
          <p:nvPr>
            <p:custDataLst>
              <p:tags r:id="rId37"/>
            </p:custDataLst>
          </p:nvPr>
        </p:nvSpPr>
        <p:spPr>
          <a:xfrm>
            <a:off x="6125210" y="6223000"/>
            <a:ext cx="585470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7" name="Shape 14"/>
          <p:cNvSpPr/>
          <p:nvPr>
            <p:custDataLst>
              <p:tags r:id="rId38"/>
            </p:custDataLst>
          </p:nvPr>
        </p:nvSpPr>
        <p:spPr>
          <a:xfrm rot="5400000">
            <a:off x="9021433" y="3266452"/>
            <a:ext cx="54000" cy="586295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9" name="Text 15"/>
          <p:cNvSpPr/>
          <p:nvPr>
            <p:custDataLst>
              <p:tags r:id="rId39"/>
            </p:custDataLst>
          </p:nvPr>
        </p:nvSpPr>
        <p:spPr>
          <a:xfrm>
            <a:off x="6163310" y="6241415"/>
            <a:ext cx="56515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endParaRPr lang="en-US" sz="8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en-US" altLang="zh-CN" sz="850" dirty="0"/>
              <a:t>Q1</a:t>
            </a:r>
            <a:r>
              <a:rPr lang="zh-CN" altLang="en-US" sz="850" dirty="0"/>
              <a:t>批核</a:t>
            </a:r>
            <a:r>
              <a:rPr lang="en-US" altLang="zh-CN" sz="850" dirty="0"/>
              <a:t>170.9M</a:t>
            </a:r>
            <a:r>
              <a:rPr lang="zh-CN" altLang="en-US" sz="850" dirty="0"/>
              <a:t>达成</a:t>
            </a:r>
            <a:r>
              <a:rPr lang="en-US" altLang="zh-CN" sz="850" dirty="0"/>
              <a:t>85.4%</a:t>
            </a:r>
            <a:r>
              <a:rPr lang="zh-CN" altLang="en-US" sz="850" dirty="0"/>
              <a:t>；未批核</a:t>
            </a:r>
            <a:r>
              <a:rPr lang="en-US" altLang="zh-CN" sz="850" dirty="0"/>
              <a:t>81.5M</a:t>
            </a:r>
            <a:r>
              <a:rPr lang="zh-CN" altLang="en-US" sz="850" dirty="0"/>
              <a:t>构成</a:t>
            </a:r>
            <a:r>
              <a:rPr lang="en-US" altLang="zh-CN" sz="850" dirty="0"/>
              <a:t>Q2</a:t>
            </a:r>
            <a:r>
              <a:rPr lang="zh-CN" altLang="en-US" sz="850" dirty="0"/>
              <a:t>储量；本月签单</a:t>
            </a:r>
            <a:r>
              <a:rPr lang="en-US" altLang="zh-CN" sz="850" dirty="0"/>
              <a:t>1.56M</a:t>
            </a:r>
            <a:r>
              <a:rPr lang="zh-CN" altLang="en-US" sz="850" dirty="0"/>
              <a:t>偏低，需修复预约动能</a:t>
            </a:r>
            <a:endParaRPr lang="zh-CN" alt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8686800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8686673" y="404799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778113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民生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0" name="Text 96"/>
          <p:cNvSpPr/>
          <p:nvPr/>
        </p:nvSpPr>
        <p:spPr>
          <a:xfrm>
            <a:off x="8778113" y="435889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142.1M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8778113" y="47185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  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10259695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259441" y="404799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0350881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10350881" y="433222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10350881" y="47439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</a:t>
            </a:r>
            <a:r>
              <a:rPr lang="en-US" altLang="zh-CN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 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85.4%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10350881" y="495503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351135" y="4975225"/>
            <a:ext cx="969010" cy="12573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48" name="Text 95"/>
          <p:cNvSpPr/>
          <p:nvPr/>
        </p:nvSpPr>
        <p:spPr>
          <a:xfrm>
            <a:off x="8771763" y="521830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平安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9" name="Text 96"/>
          <p:cNvSpPr/>
          <p:nvPr/>
        </p:nvSpPr>
        <p:spPr>
          <a:xfrm>
            <a:off x="8771128" y="538505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2200" dirty="0"/>
          </a:p>
        </p:txBody>
      </p:sp>
      <p:sp>
        <p:nvSpPr>
          <p:cNvPr id="59" name="Text 97"/>
          <p:cNvSpPr/>
          <p:nvPr/>
        </p:nvSpPr>
        <p:spPr>
          <a:xfrm>
            <a:off x="8778113" y="574789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  </a:t>
            </a:r>
            <a:endParaRPr lang="en-US" sz="800" dirty="0"/>
          </a:p>
        </p:txBody>
      </p:sp>
      <p:sp>
        <p:nvSpPr>
          <p:cNvPr id="61" name="Text 106"/>
          <p:cNvSpPr/>
          <p:nvPr/>
        </p:nvSpPr>
        <p:spPr>
          <a:xfrm>
            <a:off x="10335641" y="523544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目标缺口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62" name="Text 107"/>
          <p:cNvSpPr/>
          <p:nvPr/>
        </p:nvSpPr>
        <p:spPr>
          <a:xfrm>
            <a:off x="10344531" y="540156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3010"/>
          <p:cNvSpPr/>
          <p:nvPr/>
        </p:nvSpPr>
        <p:spPr>
          <a:xfrm>
            <a:off x="6198235" y="748030"/>
            <a:ext cx="5854065" cy="59518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" name="s3010"/>
          <p:cNvSpPr/>
          <p:nvPr/>
        </p:nvSpPr>
        <p:spPr>
          <a:xfrm>
            <a:off x="100330" y="1722755"/>
            <a:ext cx="5955665" cy="2141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3"/>
            </p:custDataLst>
          </p:nvPr>
        </p:nvSpPr>
        <p:spPr>
          <a:xfrm>
            <a:off x="11176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4"/>
            </p:custDataLst>
          </p:nvPr>
        </p:nvSpPr>
        <p:spPr>
          <a:xfrm>
            <a:off x="111760" y="58864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5"/>
            </p:custDataLst>
          </p:nvPr>
        </p:nvSpPr>
        <p:spPr>
          <a:xfrm>
            <a:off x="2209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BK 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W13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6"/>
            </p:custDataLst>
          </p:nvPr>
        </p:nvSpPr>
        <p:spPr>
          <a:xfrm>
            <a:off x="2209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2209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8"/>
            </p:custDataLst>
          </p:nvPr>
        </p:nvSpPr>
        <p:spPr>
          <a:xfrm>
            <a:off x="2155825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>
            <p:custDataLst>
              <p:tags r:id="rId9"/>
            </p:custDataLst>
          </p:nvPr>
        </p:nvSpPr>
        <p:spPr>
          <a:xfrm>
            <a:off x="2155825" y="58864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10"/>
            </p:custDataLst>
          </p:nvPr>
        </p:nvSpPr>
        <p:spPr>
          <a:xfrm>
            <a:off x="22656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W13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11"/>
            </p:custDataLst>
          </p:nvPr>
        </p:nvSpPr>
        <p:spPr>
          <a:xfrm>
            <a:off x="22656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12"/>
            </p:custDataLst>
          </p:nvPr>
        </p:nvSpPr>
        <p:spPr>
          <a:xfrm>
            <a:off x="22656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58.5W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13"/>
            </p:custDataLst>
          </p:nvPr>
        </p:nvSpPr>
        <p:spPr>
          <a:xfrm>
            <a:off x="422021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>
            <p:custDataLst>
              <p:tags r:id="rId14"/>
            </p:custDataLst>
          </p:nvPr>
        </p:nvSpPr>
        <p:spPr>
          <a:xfrm>
            <a:off x="4220210" y="58864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15"/>
            </p:custDataLst>
          </p:nvPr>
        </p:nvSpPr>
        <p:spPr>
          <a:xfrm>
            <a:off x="4330065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W13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16"/>
            </p:custDataLst>
          </p:nvPr>
        </p:nvSpPr>
        <p:spPr>
          <a:xfrm>
            <a:off x="4330065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1.79M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17"/>
            </p:custDataLst>
          </p:nvPr>
        </p:nvSpPr>
        <p:spPr>
          <a:xfrm>
            <a:off x="4330065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件均</a:t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59.8W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00330" y="1466977"/>
            <a:ext cx="597103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10058" y="1466977"/>
            <a:ext cx="5833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  W01–W13 银行 预约/签单/批核  APE趋势（M）</a:t>
            </a:r>
            <a:endParaRPr lang="en-US" sz="95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177800" y="1881505"/>
          <a:ext cx="5789930" cy="1904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Shape 40"/>
          <p:cNvSpPr/>
          <p:nvPr/>
        </p:nvSpPr>
        <p:spPr>
          <a:xfrm>
            <a:off x="57150" y="4636135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33350" y="4627245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W13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59055" y="4928870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5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1.79M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0.78M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1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 3.51M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6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1.79M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sym typeface="+mn-ea"/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48" name="Shape 42"/>
          <p:cNvSpPr/>
          <p:nvPr/>
        </p:nvSpPr>
        <p:spPr>
          <a:xfrm>
            <a:off x="60325" y="6198235"/>
            <a:ext cx="6011545" cy="50165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9220" y="6248400"/>
            <a:ext cx="5935345" cy="46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银行W13：民生签单2.73M/批核1.79M，预约归零（节后假期影响）；平安签单0.78M，批核零产出。W13递交39.7M（含大量3月积压件）是Q2批核的最大利好信号，预计未来2-4周内将集中释放批核。</a:t>
            </a:r>
            <a:endParaRPr lang="en-US" sz="7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07" name="sw_bg_4007"/>
          <p:cNvSpPr/>
          <p:nvPr/>
        </p:nvSpPr>
        <p:spPr>
          <a:xfrm>
            <a:off x="100965" y="3980815"/>
            <a:ext cx="5955030" cy="528320"/>
          </a:xfrm>
          <a:prstGeom prst="rect">
            <a:avLst/>
          </a:prstGeom>
          <a:solidFill>
            <a:srgbClr val="EEF2FF"/>
          </a:solidFill>
          <a:ln w="9525">
            <a:solidFill>
              <a:srgbClr val="BFDBFE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7" name="sw_4007"/>
          <p:cNvSpPr/>
          <p:nvPr/>
        </p:nvSpPr>
        <p:spPr>
          <a:xfrm>
            <a:off x="100965" y="4006215"/>
            <a:ext cx="5942965" cy="34163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00" b="0" dirty="0">
                <a:solidFill>
                  <a:srgbClr val="374151"/>
                </a:solidFill>
                <a:uFillTx/>
                <a:latin typeface="Calibri" panose="020F0502020204030204" pitchFamily="34" charset="0"/>
                <a:ea typeface="Calibri" panose="020F0502020204030204" pitchFamily="34" charset="-122"/>
              </a:rPr>
              <a:t> W08批核峰值46.9M为全年迄今最高单周，由民生大额集中放款驱动，非可持续常态。W11批核35.96M为第二峰，显示积压件的波动性清转模式。W12批核5.85M回落至正常区间——批核高峰期已过，预示4月起进入「新增件匀速消化」阶段。预约端W12 1.95M偏低，但3月末整体预约回升，Q2前端动能已蓄积。核心行动：推动平安银行尽快递交新件，并密切跟进民生未批核63.5M（55件）的清转时间节点。</a:t>
            </a:r>
            <a:endParaRPr lang="zh-CN" sz="700" b="0" dirty="0">
              <a:solidFill>
                <a:srgbClr val="374151"/>
              </a:solidFill>
              <a:uFillTx/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8" name="Chart 0"/>
          <p:cNvGraphicFramePr/>
          <p:nvPr>
            <p:custDataLst>
              <p:tags r:id="rId19"/>
            </p:custDataLst>
          </p:nvPr>
        </p:nvGraphicFramePr>
        <p:xfrm>
          <a:off x="6320790" y="1102995"/>
          <a:ext cx="5703570" cy="553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36"/>
          <p:cNvSpPr/>
          <p:nvPr/>
        </p:nvSpPr>
        <p:spPr>
          <a:xfrm>
            <a:off x="6198235" y="647065"/>
            <a:ext cx="5839460" cy="255905"/>
          </a:xfrm>
          <a:prstGeom prst="rect">
            <a:avLst/>
          </a:prstGeom>
          <a:solidFill>
            <a:srgbClr val="6B2737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1" name="Text 37"/>
          <p:cNvSpPr/>
          <p:nvPr/>
        </p:nvSpPr>
        <p:spPr>
          <a:xfrm>
            <a:off x="6308090" y="647065"/>
            <a:ext cx="499364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 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各分行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年批核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APE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业绩排名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（M）</a:t>
            </a:r>
            <a:endParaRPr lang="en-US" sz="950" dirty="0"/>
          </a:p>
        </p:txBody>
      </p:sp>
      <p:sp>
        <p:nvSpPr>
          <p:cNvPr id="4003" name="sw_bg_4003"/>
          <p:cNvSpPr/>
          <p:nvPr/>
        </p:nvSpPr>
        <p:spPr>
          <a:xfrm>
            <a:off x="6198235" y="6160135"/>
            <a:ext cx="5853430" cy="563245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2" name="sw_4003"/>
          <p:cNvSpPr/>
          <p:nvPr/>
        </p:nvSpPr>
        <p:spPr>
          <a:xfrm>
            <a:off x="6198235" y="6223000"/>
            <a:ext cx="5854065" cy="47688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endParaRPr lang="zh-CN" sz="800" b="1" dirty="0">
              <a:solidFill>
                <a:srgbClr val="7B241C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民生广州以29.3M居榜首，平安香港28.8M紧随（唯一跻身前五的非民生分行），件均高达221.5万，大额单效率突出。前四行（广州/平安港/上海/南京）合计105.9M，占总批核62%，头部集中度显著。民生北京及以下14行合计45.0M（占28%），中尾部产能释放空间大；Q2建议重点推动北京、杭州加快新件递交，拉齐头部节奏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71" name="Shape 255"/>
          <p:cNvSpPr/>
          <p:nvPr/>
        </p:nvSpPr>
        <p:spPr>
          <a:xfrm flipV="1">
            <a:off x="6198235" y="6151245"/>
            <a:ext cx="5892165" cy="54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flipV="1">
            <a:off x="71120" y="6170930"/>
            <a:ext cx="5981065" cy="54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欧阳芷茵</cp:lastModifiedBy>
  <cp:revision>66</cp:revision>
  <dcterms:created xsi:type="dcterms:W3CDTF">2026-03-26T15:42:00Z</dcterms:created>
  <dcterms:modified xsi:type="dcterms:W3CDTF">2026-06-02T05:49:53Z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2052-12.1.0.26375</vt:lpwstr>
  </property>
</Properties>
</file>